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6"/>
  </p:notesMasterIdLst>
  <p:handoutMasterIdLst>
    <p:handoutMasterId r:id="rId7"/>
  </p:handoutMasterIdLst>
  <p:sldIdLst>
    <p:sldId id="260" r:id="rId5"/>
  </p:sldIdLst>
  <p:sldSz cx="28800425" cy="43200638"/>
  <p:notesSz cx="6858000" cy="9144000"/>
  <p:defaultTextStyle>
    <a:defPPr>
      <a:defRPr lang="pt-BR"/>
    </a:defPPr>
    <a:lvl1pPr algn="l" rtl="0" eaLnBrk="0" fontAlgn="base" hangingPunct="0">
      <a:spcBef>
        <a:spcPct val="0"/>
      </a:spcBef>
      <a:spcAft>
        <a:spcPct val="0"/>
      </a:spcAft>
      <a:defRPr sz="8132" kern="1200">
        <a:solidFill>
          <a:schemeClr val="tx1"/>
        </a:solidFill>
        <a:latin typeface="Arial" charset="0"/>
        <a:ea typeface="+mn-ea"/>
        <a:cs typeface="+mn-cs"/>
      </a:defRPr>
    </a:lvl1pPr>
    <a:lvl2pPr marL="609493" algn="l" rtl="0" eaLnBrk="0" fontAlgn="base" hangingPunct="0">
      <a:spcBef>
        <a:spcPct val="0"/>
      </a:spcBef>
      <a:spcAft>
        <a:spcPct val="0"/>
      </a:spcAft>
      <a:defRPr sz="8132" kern="1200">
        <a:solidFill>
          <a:schemeClr val="tx1"/>
        </a:solidFill>
        <a:latin typeface="Arial" charset="0"/>
        <a:ea typeface="+mn-ea"/>
        <a:cs typeface="+mn-cs"/>
      </a:defRPr>
    </a:lvl2pPr>
    <a:lvl3pPr marL="1218987" algn="l" rtl="0" eaLnBrk="0" fontAlgn="base" hangingPunct="0">
      <a:spcBef>
        <a:spcPct val="0"/>
      </a:spcBef>
      <a:spcAft>
        <a:spcPct val="0"/>
      </a:spcAft>
      <a:defRPr sz="8132" kern="1200">
        <a:solidFill>
          <a:schemeClr val="tx1"/>
        </a:solidFill>
        <a:latin typeface="Arial" charset="0"/>
        <a:ea typeface="+mn-ea"/>
        <a:cs typeface="+mn-cs"/>
      </a:defRPr>
    </a:lvl3pPr>
    <a:lvl4pPr marL="1828480" algn="l" rtl="0" eaLnBrk="0" fontAlgn="base" hangingPunct="0">
      <a:spcBef>
        <a:spcPct val="0"/>
      </a:spcBef>
      <a:spcAft>
        <a:spcPct val="0"/>
      </a:spcAft>
      <a:defRPr sz="8132" kern="1200">
        <a:solidFill>
          <a:schemeClr val="tx1"/>
        </a:solidFill>
        <a:latin typeface="Arial" charset="0"/>
        <a:ea typeface="+mn-ea"/>
        <a:cs typeface="+mn-cs"/>
      </a:defRPr>
    </a:lvl4pPr>
    <a:lvl5pPr marL="2437973" algn="l" rtl="0" eaLnBrk="0" fontAlgn="base" hangingPunct="0">
      <a:spcBef>
        <a:spcPct val="0"/>
      </a:spcBef>
      <a:spcAft>
        <a:spcPct val="0"/>
      </a:spcAft>
      <a:defRPr sz="8132" kern="1200">
        <a:solidFill>
          <a:schemeClr val="tx1"/>
        </a:solidFill>
        <a:latin typeface="Arial" charset="0"/>
        <a:ea typeface="+mn-ea"/>
        <a:cs typeface="+mn-cs"/>
      </a:defRPr>
    </a:lvl5pPr>
    <a:lvl6pPr marL="3047467" algn="l" defTabSz="1218987" rtl="0" eaLnBrk="1" latinLnBrk="0" hangingPunct="1">
      <a:defRPr sz="8132" kern="1200">
        <a:solidFill>
          <a:schemeClr val="tx1"/>
        </a:solidFill>
        <a:latin typeface="Arial" charset="0"/>
        <a:ea typeface="+mn-ea"/>
        <a:cs typeface="+mn-cs"/>
      </a:defRPr>
    </a:lvl6pPr>
    <a:lvl7pPr marL="3656960" algn="l" defTabSz="1218987" rtl="0" eaLnBrk="1" latinLnBrk="0" hangingPunct="1">
      <a:defRPr sz="8132" kern="1200">
        <a:solidFill>
          <a:schemeClr val="tx1"/>
        </a:solidFill>
        <a:latin typeface="Arial" charset="0"/>
        <a:ea typeface="+mn-ea"/>
        <a:cs typeface="+mn-cs"/>
      </a:defRPr>
    </a:lvl7pPr>
    <a:lvl8pPr marL="4266453" algn="l" defTabSz="1218987" rtl="0" eaLnBrk="1" latinLnBrk="0" hangingPunct="1">
      <a:defRPr sz="8132" kern="1200">
        <a:solidFill>
          <a:schemeClr val="tx1"/>
        </a:solidFill>
        <a:latin typeface="Arial" charset="0"/>
        <a:ea typeface="+mn-ea"/>
        <a:cs typeface="+mn-cs"/>
      </a:defRPr>
    </a:lvl8pPr>
    <a:lvl9pPr marL="4875947" algn="l" defTabSz="1218987" rtl="0" eaLnBrk="1" latinLnBrk="0" hangingPunct="1">
      <a:defRPr sz="8132" kern="1200">
        <a:solidFill>
          <a:schemeClr val="tx1"/>
        </a:solidFill>
        <a:latin typeface="Arial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3607" userDrawn="1">
          <p15:clr>
            <a:srgbClr val="A4A3A4"/>
          </p15:clr>
        </p15:guide>
        <p15:guide id="2" pos="9071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9900"/>
    <a:srgbClr val="FF0000"/>
    <a:srgbClr val="CC33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864B438-DDF3-4120-A1C3-B47F42060233}" v="70" dt="2025-10-30T15:47:29.62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>
        <p:scale>
          <a:sx n="10" d="100"/>
          <a:sy n="10" d="100"/>
        </p:scale>
        <p:origin x="2918" y="379"/>
      </p:cViewPr>
      <p:guideLst>
        <p:guide orient="horz" pos="13607"/>
        <p:guide pos="9071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13" Type="http://schemas.microsoft.com/office/2015/10/relationships/revisionInfo" Target="revisionInfo.xml"/><Relationship Id="rId3" Type="http://schemas.openxmlformats.org/officeDocument/2006/relationships/customXml" Target="../customXml/item3.xml"/><Relationship Id="rId7" Type="http://schemas.openxmlformats.org/officeDocument/2006/relationships/handoutMaster" Target="handoutMasters/handoutMaster1.xml"/><Relationship Id="rId12" Type="http://schemas.microsoft.com/office/2016/11/relationships/changesInfo" Target="changesInfos/changesInfo1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notesMaster" Target="notesMasters/notesMaster1.xml"/><Relationship Id="rId11" Type="http://schemas.openxmlformats.org/officeDocument/2006/relationships/tableStyles" Target="tableStyles.xml"/><Relationship Id="rId5" Type="http://schemas.openxmlformats.org/officeDocument/2006/relationships/slide" Target="slides/slide1.xml"/><Relationship Id="rId10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uda Lucena" userId="9de1b0bd5bed9c06" providerId="LiveId" clId="{9BEFC28E-969E-49C4-88FB-1E94BB07D854}"/>
    <pc:docChg chg="undo custSel modSld">
      <pc:chgData name="Duda Lucena" userId="9de1b0bd5bed9c06" providerId="LiveId" clId="{9BEFC28E-969E-49C4-88FB-1E94BB07D854}" dt="2025-10-30T15:52:08.470" v="466" actId="20577"/>
      <pc:docMkLst>
        <pc:docMk/>
      </pc:docMkLst>
      <pc:sldChg chg="addSp delSp modSp mod setBg modClrScheme chgLayout">
        <pc:chgData name="Duda Lucena" userId="9de1b0bd5bed9c06" providerId="LiveId" clId="{9BEFC28E-969E-49C4-88FB-1E94BB07D854}" dt="2025-10-30T15:52:08.470" v="466" actId="20577"/>
        <pc:sldMkLst>
          <pc:docMk/>
          <pc:sldMk cId="2544194372" sldId="260"/>
        </pc:sldMkLst>
        <pc:spChg chg="del mod">
          <ac:chgData name="Duda Lucena" userId="9de1b0bd5bed9c06" providerId="LiveId" clId="{9BEFC28E-969E-49C4-88FB-1E94BB07D854}" dt="2025-10-30T15:07:45.388" v="140" actId="478"/>
          <ac:spMkLst>
            <pc:docMk/>
            <pc:sldMk cId="2544194372" sldId="260"/>
            <ac:spMk id="2" creationId="{A584AD84-C68C-68B6-E7C1-1D0E2FA735DD}"/>
          </ac:spMkLst>
        </pc:spChg>
        <pc:spChg chg="mod">
          <ac:chgData name="Duda Lucena" userId="9de1b0bd5bed9c06" providerId="LiveId" clId="{9BEFC28E-969E-49C4-88FB-1E94BB07D854}" dt="2025-10-30T15:49:23.495" v="367" actId="255"/>
          <ac:spMkLst>
            <pc:docMk/>
            <pc:sldMk cId="2544194372" sldId="260"/>
            <ac:spMk id="4" creationId="{6D4C09D9-51BE-953B-669D-23F72BD2F12D}"/>
          </ac:spMkLst>
        </pc:spChg>
        <pc:spChg chg="mod">
          <ac:chgData name="Duda Lucena" userId="9de1b0bd5bed9c06" providerId="LiveId" clId="{9BEFC28E-969E-49C4-88FB-1E94BB07D854}" dt="2025-10-30T15:51:03.388" v="420" actId="255"/>
          <ac:spMkLst>
            <pc:docMk/>
            <pc:sldMk cId="2544194372" sldId="260"/>
            <ac:spMk id="7" creationId="{C1758913-C53F-99C8-A545-3D8DE7E0ED34}"/>
          </ac:spMkLst>
        </pc:spChg>
        <pc:spChg chg="mod">
          <ac:chgData name="Duda Lucena" userId="9de1b0bd5bed9c06" providerId="LiveId" clId="{9BEFC28E-969E-49C4-88FB-1E94BB07D854}" dt="2025-10-30T15:52:08.470" v="466" actId="20577"/>
          <ac:spMkLst>
            <pc:docMk/>
            <pc:sldMk cId="2544194372" sldId="260"/>
            <ac:spMk id="8" creationId="{AE19C662-D68A-6035-2E4C-978100FAE83F}"/>
          </ac:spMkLst>
        </pc:spChg>
        <pc:spChg chg="add del mod">
          <ac:chgData name="Duda Lucena" userId="9de1b0bd5bed9c06" providerId="LiveId" clId="{9BEFC28E-969E-49C4-88FB-1E94BB07D854}" dt="2025-10-30T15:08:21.632" v="143" actId="700"/>
          <ac:spMkLst>
            <pc:docMk/>
            <pc:sldMk cId="2544194372" sldId="260"/>
            <ac:spMk id="9" creationId="{A85BB105-497C-13EB-2534-DCAAB7B491E7}"/>
          </ac:spMkLst>
        </pc:spChg>
        <pc:spChg chg="add del">
          <ac:chgData name="Duda Lucena" userId="9de1b0bd5bed9c06" providerId="LiveId" clId="{9BEFC28E-969E-49C4-88FB-1E94BB07D854}" dt="2025-10-30T15:36:44.950" v="310" actId="478"/>
          <ac:spMkLst>
            <pc:docMk/>
            <pc:sldMk cId="2544194372" sldId="260"/>
            <ac:spMk id="16" creationId="{AC4E81BF-53AB-0C12-8ADE-6B59DAF4CA44}"/>
          </ac:spMkLst>
        </pc:spChg>
        <pc:spChg chg="mod">
          <ac:chgData name="Duda Lucena" userId="9de1b0bd5bed9c06" providerId="LiveId" clId="{9BEFC28E-969E-49C4-88FB-1E94BB07D854}" dt="2025-10-30T15:14:12.618" v="240" actId="2710"/>
          <ac:spMkLst>
            <pc:docMk/>
            <pc:sldMk cId="2544194372" sldId="260"/>
            <ac:spMk id="4100" creationId="{00000000-0000-0000-0000-000000000000}"/>
          </ac:spMkLst>
        </pc:spChg>
        <pc:spChg chg="mod">
          <ac:chgData name="Duda Lucena" userId="9de1b0bd5bed9c06" providerId="LiveId" clId="{9BEFC28E-969E-49C4-88FB-1E94BB07D854}" dt="2025-10-30T15:48:14.665" v="332" actId="20577"/>
          <ac:spMkLst>
            <pc:docMk/>
            <pc:sldMk cId="2544194372" sldId="260"/>
            <ac:spMk id="4102" creationId="{00000000-0000-0000-0000-000000000000}"/>
          </ac:spMkLst>
        </pc:spChg>
        <pc:spChg chg="del mod">
          <ac:chgData name="Duda Lucena" userId="9de1b0bd5bed9c06" providerId="LiveId" clId="{9BEFC28E-969E-49C4-88FB-1E94BB07D854}" dt="2025-10-30T15:07:55.209" v="142" actId="478"/>
          <ac:spMkLst>
            <pc:docMk/>
            <pc:sldMk cId="2544194372" sldId="260"/>
            <ac:spMk id="4108" creationId="{00000000-0000-0000-0000-000000000000}"/>
          </ac:spMkLst>
        </pc:spChg>
        <pc:spChg chg="mod">
          <ac:chgData name="Duda Lucena" userId="9de1b0bd5bed9c06" providerId="LiveId" clId="{9BEFC28E-969E-49C4-88FB-1E94BB07D854}" dt="2025-10-30T14:53:37.419" v="1" actId="20577"/>
          <ac:spMkLst>
            <pc:docMk/>
            <pc:sldMk cId="2544194372" sldId="260"/>
            <ac:spMk id="4109" creationId="{00000000-0000-0000-0000-000000000000}"/>
          </ac:spMkLst>
        </pc:spChg>
        <pc:picChg chg="del mod">
          <ac:chgData name="Duda Lucena" userId="9de1b0bd5bed9c06" providerId="LiveId" clId="{9BEFC28E-969E-49C4-88FB-1E94BB07D854}" dt="2025-10-30T14:55:43.910" v="43" actId="478"/>
          <ac:picMkLst>
            <pc:docMk/>
            <pc:sldMk cId="2544194372" sldId="260"/>
            <ac:picMk id="6" creationId="{F65B9183-D015-4EDA-BC8C-5077C4505C15}"/>
          </ac:picMkLst>
        </pc:picChg>
        <pc:picChg chg="del">
          <ac:chgData name="Duda Lucena" userId="9de1b0bd5bed9c06" providerId="LiveId" clId="{9BEFC28E-969E-49C4-88FB-1E94BB07D854}" dt="2025-10-30T15:14:44.197" v="247" actId="478"/>
          <ac:picMkLst>
            <pc:docMk/>
            <pc:sldMk cId="2544194372" sldId="260"/>
            <ac:picMk id="11" creationId="{C36539B3-03B4-9E15-C22B-94F5A2E54A48}"/>
          </ac:picMkLst>
        </pc:picChg>
        <pc:picChg chg="del">
          <ac:chgData name="Duda Lucena" userId="9de1b0bd5bed9c06" providerId="LiveId" clId="{9BEFC28E-969E-49C4-88FB-1E94BB07D854}" dt="2025-10-30T15:14:34.569" v="242" actId="478"/>
          <ac:picMkLst>
            <pc:docMk/>
            <pc:sldMk cId="2544194372" sldId="260"/>
            <ac:picMk id="12" creationId="{F265727C-35EA-9DFA-0973-7707DC71EAEC}"/>
          </ac:picMkLst>
        </pc:picChg>
        <pc:picChg chg="del">
          <ac:chgData name="Duda Lucena" userId="9de1b0bd5bed9c06" providerId="LiveId" clId="{9BEFC28E-969E-49C4-88FB-1E94BB07D854}" dt="2025-10-30T15:14:32.968" v="241" actId="478"/>
          <ac:picMkLst>
            <pc:docMk/>
            <pc:sldMk cId="2544194372" sldId="260"/>
            <ac:picMk id="13" creationId="{004D8512-6DEA-0B0B-63E3-A7017472BDB0}"/>
          </ac:picMkLst>
        </pc:picChg>
        <pc:picChg chg="del">
          <ac:chgData name="Duda Lucena" userId="9de1b0bd5bed9c06" providerId="LiveId" clId="{9BEFC28E-969E-49C4-88FB-1E94BB07D854}" dt="2025-10-30T15:14:37.858" v="244" actId="478"/>
          <ac:picMkLst>
            <pc:docMk/>
            <pc:sldMk cId="2544194372" sldId="260"/>
            <ac:picMk id="14" creationId="{BE7B6F3C-F476-EDA2-311E-8DA8C3BBBA16}"/>
          </ac:picMkLst>
        </pc:picChg>
        <pc:picChg chg="del">
          <ac:chgData name="Duda Lucena" userId="9de1b0bd5bed9c06" providerId="LiveId" clId="{9BEFC28E-969E-49C4-88FB-1E94BB07D854}" dt="2025-10-30T15:14:45.983" v="248" actId="478"/>
          <ac:picMkLst>
            <pc:docMk/>
            <pc:sldMk cId="2544194372" sldId="260"/>
            <ac:picMk id="15" creationId="{31366770-2457-D40F-603F-BB4428389EC6}"/>
          </ac:picMkLst>
        </pc:picChg>
        <pc:picChg chg="del">
          <ac:chgData name="Duda Lucena" userId="9de1b0bd5bed9c06" providerId="LiveId" clId="{9BEFC28E-969E-49C4-88FB-1E94BB07D854}" dt="2025-10-30T15:14:36.327" v="243" actId="478"/>
          <ac:picMkLst>
            <pc:docMk/>
            <pc:sldMk cId="2544194372" sldId="260"/>
            <ac:picMk id="17" creationId="{BF4471B5-57EB-4844-928D-DCF9ED7AF6F5}"/>
          </ac:picMkLst>
        </pc:picChg>
        <pc:picChg chg="del">
          <ac:chgData name="Duda Lucena" userId="9de1b0bd5bed9c06" providerId="LiveId" clId="{9BEFC28E-969E-49C4-88FB-1E94BB07D854}" dt="2025-10-30T15:14:39.352" v="245" actId="478"/>
          <ac:picMkLst>
            <pc:docMk/>
            <pc:sldMk cId="2544194372" sldId="260"/>
            <ac:picMk id="18" creationId="{6D783549-32E2-3701-9536-85EC637BA269}"/>
          </ac:picMkLst>
        </pc:picChg>
        <pc:picChg chg="del">
          <ac:chgData name="Duda Lucena" userId="9de1b0bd5bed9c06" providerId="LiveId" clId="{9BEFC28E-969E-49C4-88FB-1E94BB07D854}" dt="2025-10-30T15:14:40.703" v="246" actId="478"/>
          <ac:picMkLst>
            <pc:docMk/>
            <pc:sldMk cId="2544194372" sldId="260"/>
            <ac:picMk id="19" creationId="{1652BFF4-CD39-4D8B-CDB6-2EEBEA3ABE34}"/>
          </ac:picMkLst>
        </pc:picChg>
        <pc:picChg chg="del">
          <ac:chgData name="Duda Lucena" userId="9de1b0bd5bed9c06" providerId="LiveId" clId="{9BEFC28E-969E-49C4-88FB-1E94BB07D854}" dt="2025-10-30T15:14:52.443" v="250" actId="478"/>
          <ac:picMkLst>
            <pc:docMk/>
            <pc:sldMk cId="2544194372" sldId="260"/>
            <ac:picMk id="21" creationId="{F1356FB8-9ED6-A85E-476B-90F186519F55}"/>
          </ac:picMkLst>
        </pc:picChg>
        <pc:picChg chg="del">
          <ac:chgData name="Duda Lucena" userId="9de1b0bd5bed9c06" providerId="LiveId" clId="{9BEFC28E-969E-49C4-88FB-1E94BB07D854}" dt="2025-10-30T15:36:51.700" v="312" actId="478"/>
          <ac:picMkLst>
            <pc:docMk/>
            <pc:sldMk cId="2544194372" sldId="260"/>
            <ac:picMk id="49" creationId="{8E417FFA-3A80-0922-B813-237FD58D7D31}"/>
          </ac:picMkLst>
        </pc:picChg>
        <pc:picChg chg="del">
          <ac:chgData name="Duda Lucena" userId="9de1b0bd5bed9c06" providerId="LiveId" clId="{9BEFC28E-969E-49C4-88FB-1E94BB07D854}" dt="2025-10-30T15:36:50.189" v="311" actId="478"/>
          <ac:picMkLst>
            <pc:docMk/>
            <pc:sldMk cId="2544194372" sldId="260"/>
            <ac:picMk id="51" creationId="{B738E67A-B274-5DF8-B9F3-9D3786D351B5}"/>
          </ac:picMkLst>
        </pc:picChg>
        <pc:picChg chg="del">
          <ac:chgData name="Duda Lucena" userId="9de1b0bd5bed9c06" providerId="LiveId" clId="{9BEFC28E-969E-49C4-88FB-1E94BB07D854}" dt="2025-10-30T15:36:56.466" v="315" actId="478"/>
          <ac:picMkLst>
            <pc:docMk/>
            <pc:sldMk cId="2544194372" sldId="260"/>
            <ac:picMk id="53" creationId="{8E652B56-3614-D555-14EB-CF7818249A83}"/>
          </ac:picMkLst>
        </pc:picChg>
        <pc:picChg chg="del">
          <ac:chgData name="Duda Lucena" userId="9de1b0bd5bed9c06" providerId="LiveId" clId="{9BEFC28E-969E-49C4-88FB-1E94BB07D854}" dt="2025-10-30T15:36:54.747" v="314" actId="478"/>
          <ac:picMkLst>
            <pc:docMk/>
            <pc:sldMk cId="2544194372" sldId="260"/>
            <ac:picMk id="55" creationId="{E959B3AA-39C3-5770-B50E-8051B104CAD7}"/>
          </ac:picMkLst>
        </pc:picChg>
        <pc:picChg chg="del">
          <ac:chgData name="Duda Lucena" userId="9de1b0bd5bed9c06" providerId="LiveId" clId="{9BEFC28E-969E-49C4-88FB-1E94BB07D854}" dt="2025-10-30T15:36:58.057" v="316" actId="478"/>
          <ac:picMkLst>
            <pc:docMk/>
            <pc:sldMk cId="2544194372" sldId="260"/>
            <ac:picMk id="57" creationId="{0466FA70-F8D4-3A38-017F-54D92B813AC6}"/>
          </ac:picMkLst>
        </pc:picChg>
        <pc:picChg chg="del">
          <ac:chgData name="Duda Lucena" userId="9de1b0bd5bed9c06" providerId="LiveId" clId="{9BEFC28E-969E-49C4-88FB-1E94BB07D854}" dt="2025-10-30T15:36:53.241" v="313" actId="478"/>
          <ac:picMkLst>
            <pc:docMk/>
            <pc:sldMk cId="2544194372" sldId="260"/>
            <ac:picMk id="59" creationId="{B9591974-087D-8CB2-9488-DC83918AB8EE}"/>
          </ac:picMkLst>
        </pc:picChg>
        <pc:picChg chg="add mod">
          <ac:chgData name="Duda Lucena" userId="9de1b0bd5bed9c06" providerId="LiveId" clId="{9BEFC28E-969E-49C4-88FB-1E94BB07D854}" dt="2025-10-30T15:25:45.657" v="303" actId="1076"/>
          <ac:picMkLst>
            <pc:docMk/>
            <pc:sldMk cId="2544194372" sldId="260"/>
            <ac:picMk id="1026" creationId="{43F16608-98DA-0A1C-8652-797AEA13A7C6}"/>
          </ac:picMkLst>
        </pc:picChg>
        <pc:picChg chg="add mod">
          <ac:chgData name="Duda Lucena" userId="9de1b0bd5bed9c06" providerId="LiveId" clId="{9BEFC28E-969E-49C4-88FB-1E94BB07D854}" dt="2025-10-30T15:25:45.657" v="303" actId="1076"/>
          <ac:picMkLst>
            <pc:docMk/>
            <pc:sldMk cId="2544194372" sldId="260"/>
            <ac:picMk id="1028" creationId="{130918FE-EE43-4711-ADD3-CD1ACEAADEB3}"/>
          </ac:picMkLst>
        </pc:picChg>
        <pc:picChg chg="add mod">
          <ac:chgData name="Duda Lucena" userId="9de1b0bd5bed9c06" providerId="LiveId" clId="{9BEFC28E-969E-49C4-88FB-1E94BB07D854}" dt="2025-10-30T15:25:45.657" v="303" actId="1076"/>
          <ac:picMkLst>
            <pc:docMk/>
            <pc:sldMk cId="2544194372" sldId="260"/>
            <ac:picMk id="1030" creationId="{82194BF0-99DA-6E31-771A-D88B2801D0CB}"/>
          </ac:picMkLst>
        </pc:picChg>
        <pc:picChg chg="add mod">
          <ac:chgData name="Duda Lucena" userId="9de1b0bd5bed9c06" providerId="LiveId" clId="{9BEFC28E-969E-49C4-88FB-1E94BB07D854}" dt="2025-10-30T15:25:45.657" v="303" actId="1076"/>
          <ac:picMkLst>
            <pc:docMk/>
            <pc:sldMk cId="2544194372" sldId="260"/>
            <ac:picMk id="1032" creationId="{794841D6-74FA-2154-6FD5-F22009751C01}"/>
          </ac:picMkLst>
        </pc:picChg>
        <pc:picChg chg="add mod">
          <ac:chgData name="Duda Lucena" userId="9de1b0bd5bed9c06" providerId="LiveId" clId="{9BEFC28E-969E-49C4-88FB-1E94BB07D854}" dt="2025-10-30T15:25:45.657" v="303" actId="1076"/>
          <ac:picMkLst>
            <pc:docMk/>
            <pc:sldMk cId="2544194372" sldId="260"/>
            <ac:picMk id="1034" creationId="{1974F2DC-74E9-6686-6BD6-6C71DD6F32BB}"/>
          </ac:picMkLst>
        </pc:picChg>
        <pc:picChg chg="add mod">
          <ac:chgData name="Duda Lucena" userId="9de1b0bd5bed9c06" providerId="LiveId" clId="{9BEFC28E-969E-49C4-88FB-1E94BB07D854}" dt="2025-10-30T15:25:45.657" v="303" actId="1076"/>
          <ac:picMkLst>
            <pc:docMk/>
            <pc:sldMk cId="2544194372" sldId="260"/>
            <ac:picMk id="1036" creationId="{D5866793-025D-852C-A9E5-898E07E81DFE}"/>
          </ac:picMkLst>
        </pc:picChg>
        <pc:picChg chg="del">
          <ac:chgData name="Duda Lucena" userId="9de1b0bd5bed9c06" providerId="LiveId" clId="{9BEFC28E-969E-49C4-88FB-1E94BB07D854}" dt="2025-10-30T15:14:50.661" v="249" actId="478"/>
          <ac:picMkLst>
            <pc:docMk/>
            <pc:sldMk cId="2544194372" sldId="260"/>
            <ac:picMk id="4099" creationId="{DC769455-D84B-7CDB-9BC7-563FFA1CD8B1}"/>
          </ac:picMkLst>
        </pc:pic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123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124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125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/>
            </a:lvl1pPr>
          </a:lstStyle>
          <a:p>
            <a:fld id="{62137F34-5DDC-4C31-BA02-2277B1A4CE6D}" type="slidenum">
              <a:rPr lang="pt-BR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4316089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3075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2052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2286000" y="685800"/>
            <a:ext cx="2286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3077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pt-BR" noProof="0"/>
              <a:t>Clique para editar os estilos do texto mestre</a:t>
            </a:r>
          </a:p>
          <a:p>
            <a:pPr lvl="1"/>
            <a:r>
              <a:rPr lang="pt-BR" noProof="0"/>
              <a:t>Segundo nível</a:t>
            </a:r>
          </a:p>
          <a:p>
            <a:pPr lvl="2"/>
            <a:r>
              <a:rPr lang="pt-BR" noProof="0"/>
              <a:t>Terceiro nível</a:t>
            </a:r>
          </a:p>
          <a:p>
            <a:pPr lvl="3"/>
            <a:r>
              <a:rPr lang="pt-BR" noProof="0"/>
              <a:t>Quarto nível</a:t>
            </a:r>
          </a:p>
          <a:p>
            <a:pPr lvl="4"/>
            <a:r>
              <a:rPr lang="pt-BR" noProof="0"/>
              <a:t>Quinto nível</a:t>
            </a:r>
          </a:p>
        </p:txBody>
      </p:sp>
      <p:sp>
        <p:nvSpPr>
          <p:cNvPr id="3078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3079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/>
            </a:lvl1pPr>
          </a:lstStyle>
          <a:p>
            <a:fld id="{937B61E2-BDFA-4896-B4A2-5CC42FC61C0E}" type="slidenum">
              <a:rPr lang="pt-BR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2185319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600" kern="1200">
        <a:solidFill>
          <a:schemeClr val="tx1"/>
        </a:solidFill>
        <a:latin typeface="Arial" charset="0"/>
        <a:ea typeface="+mn-ea"/>
        <a:cs typeface="+mn-cs"/>
      </a:defRPr>
    </a:lvl1pPr>
    <a:lvl2pPr marL="609493" algn="l" rtl="0" eaLnBrk="0" fontAlgn="base" hangingPunct="0">
      <a:spcBef>
        <a:spcPct val="30000"/>
      </a:spcBef>
      <a:spcAft>
        <a:spcPct val="0"/>
      </a:spcAft>
      <a:defRPr sz="1600" kern="1200">
        <a:solidFill>
          <a:schemeClr val="tx1"/>
        </a:solidFill>
        <a:latin typeface="Arial" charset="0"/>
        <a:ea typeface="+mn-ea"/>
        <a:cs typeface="+mn-cs"/>
      </a:defRPr>
    </a:lvl2pPr>
    <a:lvl3pPr marL="1218987" algn="l" rtl="0" eaLnBrk="0" fontAlgn="base" hangingPunct="0">
      <a:spcBef>
        <a:spcPct val="30000"/>
      </a:spcBef>
      <a:spcAft>
        <a:spcPct val="0"/>
      </a:spcAft>
      <a:defRPr sz="1600" kern="1200">
        <a:solidFill>
          <a:schemeClr val="tx1"/>
        </a:solidFill>
        <a:latin typeface="Arial" charset="0"/>
        <a:ea typeface="+mn-ea"/>
        <a:cs typeface="+mn-cs"/>
      </a:defRPr>
    </a:lvl3pPr>
    <a:lvl4pPr marL="1828480" algn="l" rtl="0" eaLnBrk="0" fontAlgn="base" hangingPunct="0">
      <a:spcBef>
        <a:spcPct val="30000"/>
      </a:spcBef>
      <a:spcAft>
        <a:spcPct val="0"/>
      </a:spcAft>
      <a:defRPr sz="1600" kern="1200">
        <a:solidFill>
          <a:schemeClr val="tx1"/>
        </a:solidFill>
        <a:latin typeface="Arial" charset="0"/>
        <a:ea typeface="+mn-ea"/>
        <a:cs typeface="+mn-cs"/>
      </a:defRPr>
    </a:lvl4pPr>
    <a:lvl5pPr marL="2437973" algn="l" rtl="0" eaLnBrk="0" fontAlgn="base" hangingPunct="0">
      <a:spcBef>
        <a:spcPct val="30000"/>
      </a:spcBef>
      <a:spcAft>
        <a:spcPct val="0"/>
      </a:spcAft>
      <a:defRPr sz="1600" kern="1200">
        <a:solidFill>
          <a:schemeClr val="tx1"/>
        </a:solidFill>
        <a:latin typeface="Arial" charset="0"/>
        <a:ea typeface="+mn-ea"/>
        <a:cs typeface="+mn-cs"/>
      </a:defRPr>
    </a:lvl5pPr>
    <a:lvl6pPr marL="3047467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3656960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4266453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4875947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5123" name="Notes Placeholder 2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>
              <a:spcBef>
                <a:spcPct val="0"/>
              </a:spcBef>
            </a:pPr>
            <a:endParaRPr lang="en-US" dirty="0">
              <a:ea typeface="ＭＳ Ｐゴシック" pitchFamily="34" charset="-128"/>
            </a:endParaRPr>
          </a:p>
        </p:txBody>
      </p:sp>
      <p:sp>
        <p:nvSpPr>
          <p:cNvPr id="5124" name="Slide Number Placeholder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E1035EDA-CF5D-4260-93D3-A3EA22A42075}" type="slidenum">
              <a:rPr lang="pt-BR">
                <a:latin typeface="Calibri" pitchFamily="34" charset="0"/>
                <a:ea typeface="ＭＳ Ｐゴシック" pitchFamily="34" charset="-128"/>
              </a:rPr>
              <a:pPr/>
              <a:t>1</a:t>
            </a:fld>
            <a:endParaRPr lang="pt-BR">
              <a:latin typeface="Calibri" pitchFamily="34" charset="0"/>
              <a:ea typeface="ＭＳ Ｐゴシック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4185276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2160880" y="13420305"/>
            <a:ext cx="24478668" cy="9259395"/>
          </a:xfrm>
        </p:spPr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4319642" y="24480786"/>
            <a:ext cx="20161144" cy="11039316"/>
          </a:xfrm>
        </p:spPr>
        <p:txBody>
          <a:bodyPr/>
          <a:lstStyle>
            <a:lvl1pPr marL="0" indent="0" algn="ctr">
              <a:buNone/>
              <a:defRPr/>
            </a:lvl1pPr>
            <a:lvl2pPr marL="609539" indent="0" algn="ctr">
              <a:buNone/>
              <a:defRPr/>
            </a:lvl2pPr>
            <a:lvl3pPr marL="1219078" indent="0" algn="ctr">
              <a:buNone/>
              <a:defRPr/>
            </a:lvl3pPr>
            <a:lvl4pPr marL="1828617" indent="0" algn="ctr">
              <a:buNone/>
              <a:defRPr/>
            </a:lvl4pPr>
            <a:lvl5pPr marL="2438156" indent="0" algn="ctr">
              <a:buNone/>
              <a:defRPr/>
            </a:lvl5pPr>
            <a:lvl6pPr marL="3047695" indent="0" algn="ctr">
              <a:buNone/>
              <a:defRPr/>
            </a:lvl6pPr>
            <a:lvl7pPr marL="3657234" indent="0" algn="ctr">
              <a:buNone/>
              <a:defRPr/>
            </a:lvl7pPr>
            <a:lvl8pPr marL="4266773" indent="0" algn="ctr">
              <a:buNone/>
              <a:defRPr/>
            </a:lvl8pPr>
            <a:lvl9pPr marL="4876312" indent="0" algn="ctr">
              <a:buNone/>
              <a:defRPr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3FD650F0-8AAD-48EF-B3D3-2345F45EF8B2}" type="slidenum">
              <a:rPr lang="pt-BR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8DC96D8B-5E5D-4756-AFBB-3EBE1D3ED4DA}" type="slidenum">
              <a:rPr lang="pt-BR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2275166" y="27761258"/>
            <a:ext cx="24480784" cy="8580021"/>
          </a:xfrm>
        </p:spPr>
        <p:txBody>
          <a:bodyPr anchor="t"/>
          <a:lstStyle>
            <a:lvl1pPr algn="l">
              <a:defRPr sz="5333" b="1" cap="all"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2275166" y="18309267"/>
            <a:ext cx="24480784" cy="9451991"/>
          </a:xfrm>
        </p:spPr>
        <p:txBody>
          <a:bodyPr anchor="b"/>
          <a:lstStyle>
            <a:lvl1pPr marL="0" indent="0">
              <a:buNone/>
              <a:defRPr sz="2666"/>
            </a:lvl1pPr>
            <a:lvl2pPr marL="609539" indent="0">
              <a:buNone/>
              <a:defRPr sz="2400"/>
            </a:lvl2pPr>
            <a:lvl3pPr marL="1219078" indent="0">
              <a:buNone/>
              <a:defRPr sz="2133"/>
            </a:lvl3pPr>
            <a:lvl4pPr marL="1828617" indent="0">
              <a:buNone/>
              <a:defRPr sz="1866"/>
            </a:lvl4pPr>
            <a:lvl5pPr marL="2438156" indent="0">
              <a:buNone/>
              <a:defRPr sz="1866"/>
            </a:lvl5pPr>
            <a:lvl6pPr marL="3047695" indent="0">
              <a:buNone/>
              <a:defRPr sz="1866"/>
            </a:lvl6pPr>
            <a:lvl7pPr marL="3657234" indent="0">
              <a:buNone/>
              <a:defRPr sz="1866"/>
            </a:lvl7pPr>
            <a:lvl8pPr marL="4266773" indent="0">
              <a:buNone/>
              <a:defRPr sz="1866"/>
            </a:lvl8pPr>
            <a:lvl9pPr marL="4876312" indent="0">
              <a:buNone/>
              <a:defRPr sz="1866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D877B64-938F-41A7-B468-783CF163B3B2}" type="slidenum">
              <a:rPr lang="pt-BR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/>
          </p:nvPr>
        </p:nvSpPr>
        <p:spPr>
          <a:xfrm>
            <a:off x="1439175" y="10080573"/>
            <a:ext cx="12859449" cy="28510473"/>
          </a:xfrm>
        </p:spPr>
        <p:txBody>
          <a:bodyPr/>
          <a:lstStyle>
            <a:lvl1pPr>
              <a:defRPr sz="3733"/>
            </a:lvl1pPr>
            <a:lvl2pPr>
              <a:defRPr sz="3200"/>
            </a:lvl2pPr>
            <a:lvl3pPr>
              <a:defRPr sz="2666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14501801" y="10080573"/>
            <a:ext cx="12859449" cy="28510473"/>
          </a:xfrm>
        </p:spPr>
        <p:txBody>
          <a:bodyPr/>
          <a:lstStyle>
            <a:lvl1pPr>
              <a:defRPr sz="3733"/>
            </a:lvl1pPr>
            <a:lvl2pPr>
              <a:defRPr sz="3200"/>
            </a:lvl2pPr>
            <a:lvl3pPr>
              <a:defRPr sz="2666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DF3C380-F25C-4E70-B099-B699EC5ADAC9}" type="slidenum">
              <a:rPr lang="pt-BR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1439175" y="9669985"/>
            <a:ext cx="12726114" cy="4029689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39" indent="0">
              <a:buNone/>
              <a:defRPr sz="2666" b="1"/>
            </a:lvl2pPr>
            <a:lvl3pPr marL="1219078" indent="0">
              <a:buNone/>
              <a:defRPr sz="2400" b="1"/>
            </a:lvl3pPr>
            <a:lvl4pPr marL="1828617" indent="0">
              <a:buNone/>
              <a:defRPr sz="2133" b="1"/>
            </a:lvl4pPr>
            <a:lvl5pPr marL="2438156" indent="0">
              <a:buNone/>
              <a:defRPr sz="2133" b="1"/>
            </a:lvl5pPr>
            <a:lvl6pPr marL="3047695" indent="0">
              <a:buNone/>
              <a:defRPr sz="2133" b="1"/>
            </a:lvl6pPr>
            <a:lvl7pPr marL="3657234" indent="0">
              <a:buNone/>
              <a:defRPr sz="2133" b="1"/>
            </a:lvl7pPr>
            <a:lvl8pPr marL="4266773" indent="0">
              <a:buNone/>
              <a:defRPr sz="2133" b="1"/>
            </a:lvl8pPr>
            <a:lvl9pPr marL="4876312" indent="0">
              <a:buNone/>
              <a:defRPr sz="2133" b="1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1439175" y="13699675"/>
            <a:ext cx="12726114" cy="24891372"/>
          </a:xfrm>
        </p:spPr>
        <p:txBody>
          <a:bodyPr/>
          <a:lstStyle>
            <a:lvl1pPr>
              <a:defRPr sz="3200"/>
            </a:lvl1pPr>
            <a:lvl2pPr>
              <a:defRPr sz="2666"/>
            </a:lvl2pPr>
            <a:lvl3pPr>
              <a:defRPr sz="2400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/>
          </p:nvPr>
        </p:nvSpPr>
        <p:spPr>
          <a:xfrm>
            <a:off x="14630904" y="9669985"/>
            <a:ext cx="12730346" cy="4029689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39" indent="0">
              <a:buNone/>
              <a:defRPr sz="2666" b="1"/>
            </a:lvl2pPr>
            <a:lvl3pPr marL="1219078" indent="0">
              <a:buNone/>
              <a:defRPr sz="2400" b="1"/>
            </a:lvl3pPr>
            <a:lvl4pPr marL="1828617" indent="0">
              <a:buNone/>
              <a:defRPr sz="2133" b="1"/>
            </a:lvl4pPr>
            <a:lvl5pPr marL="2438156" indent="0">
              <a:buNone/>
              <a:defRPr sz="2133" b="1"/>
            </a:lvl5pPr>
            <a:lvl6pPr marL="3047695" indent="0">
              <a:buNone/>
              <a:defRPr sz="2133" b="1"/>
            </a:lvl6pPr>
            <a:lvl7pPr marL="3657234" indent="0">
              <a:buNone/>
              <a:defRPr sz="2133" b="1"/>
            </a:lvl7pPr>
            <a:lvl8pPr marL="4266773" indent="0">
              <a:buNone/>
              <a:defRPr sz="2133" b="1"/>
            </a:lvl8pPr>
            <a:lvl9pPr marL="4876312" indent="0">
              <a:buNone/>
              <a:defRPr sz="2133" b="1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/>
          </p:nvPr>
        </p:nvSpPr>
        <p:spPr>
          <a:xfrm>
            <a:off x="14630904" y="13699675"/>
            <a:ext cx="12730346" cy="24891372"/>
          </a:xfrm>
        </p:spPr>
        <p:txBody>
          <a:bodyPr/>
          <a:lstStyle>
            <a:lvl1pPr>
              <a:defRPr sz="3200"/>
            </a:lvl1pPr>
            <a:lvl2pPr>
              <a:defRPr sz="2666"/>
            </a:lvl2pPr>
            <a:lvl3pPr>
              <a:defRPr sz="2400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9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9611D1C0-6B5C-4B42-9BF5-9656ED25A1D6}" type="slidenum">
              <a:rPr lang="pt-BR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4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203E92E-70CD-434A-A365-47B3624C9D13}" type="slidenum">
              <a:rPr lang="pt-BR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BBEBB076-EF90-42B2-B80B-DD7B17B5D866}" type="slidenum">
              <a:rPr lang="pt-BR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439175" y="1720661"/>
            <a:ext cx="9475273" cy="7318627"/>
          </a:xfrm>
        </p:spPr>
        <p:txBody>
          <a:bodyPr anchor="b"/>
          <a:lstStyle>
            <a:lvl1pPr algn="l">
              <a:defRPr sz="2666" b="1"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11259425" y="1720662"/>
            <a:ext cx="16101825" cy="36870385"/>
          </a:xfrm>
        </p:spPr>
        <p:txBody>
          <a:bodyPr/>
          <a:lstStyle>
            <a:lvl1pPr>
              <a:defRPr sz="4266"/>
            </a:lvl1pPr>
            <a:lvl2pPr>
              <a:defRPr sz="3733"/>
            </a:lvl2pPr>
            <a:lvl3pPr>
              <a:defRPr sz="3200"/>
            </a:lvl3pPr>
            <a:lvl4pPr>
              <a:defRPr sz="2666"/>
            </a:lvl4pPr>
            <a:lvl5pPr>
              <a:defRPr sz="2666"/>
            </a:lvl5pPr>
            <a:lvl6pPr>
              <a:defRPr sz="2666"/>
            </a:lvl6pPr>
            <a:lvl7pPr>
              <a:defRPr sz="2666"/>
            </a:lvl7pPr>
            <a:lvl8pPr>
              <a:defRPr sz="2666"/>
            </a:lvl8pPr>
            <a:lvl9pPr>
              <a:defRPr sz="2666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1439175" y="9039287"/>
            <a:ext cx="9475273" cy="29551759"/>
          </a:xfrm>
        </p:spPr>
        <p:txBody>
          <a:bodyPr/>
          <a:lstStyle>
            <a:lvl1pPr marL="0" indent="0">
              <a:buNone/>
              <a:defRPr sz="1866"/>
            </a:lvl1pPr>
            <a:lvl2pPr marL="609539" indent="0">
              <a:buNone/>
              <a:defRPr sz="1600"/>
            </a:lvl2pPr>
            <a:lvl3pPr marL="1219078" indent="0">
              <a:buNone/>
              <a:defRPr sz="1333"/>
            </a:lvl3pPr>
            <a:lvl4pPr marL="1828617" indent="0">
              <a:buNone/>
              <a:defRPr sz="1200"/>
            </a:lvl4pPr>
            <a:lvl5pPr marL="2438156" indent="0">
              <a:buNone/>
              <a:defRPr sz="1200"/>
            </a:lvl5pPr>
            <a:lvl6pPr marL="3047695" indent="0">
              <a:buNone/>
              <a:defRPr sz="1200"/>
            </a:lvl6pPr>
            <a:lvl7pPr marL="3657234" indent="0">
              <a:buNone/>
              <a:defRPr sz="1200"/>
            </a:lvl7pPr>
            <a:lvl8pPr marL="4266773" indent="0">
              <a:buNone/>
              <a:defRPr sz="1200"/>
            </a:lvl8pPr>
            <a:lvl9pPr marL="4876312" indent="0">
              <a:buNone/>
              <a:defRPr sz="1200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17FA4729-5D1D-4D38-A25F-215095997037}" type="slidenum">
              <a:rPr lang="pt-BR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5644529" y="30239601"/>
            <a:ext cx="17280678" cy="3570424"/>
          </a:xfrm>
        </p:spPr>
        <p:txBody>
          <a:bodyPr anchor="b"/>
          <a:lstStyle>
            <a:lvl1pPr algn="l">
              <a:defRPr sz="2666" b="1"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Imagem 2"/>
          <p:cNvSpPr>
            <a:spLocks noGrp="1"/>
          </p:cNvSpPr>
          <p:nvPr>
            <p:ph type="pic" idx="1"/>
          </p:nvPr>
        </p:nvSpPr>
        <p:spPr>
          <a:xfrm>
            <a:off x="5644529" y="3860375"/>
            <a:ext cx="17280678" cy="25919960"/>
          </a:xfrm>
        </p:spPr>
        <p:txBody>
          <a:bodyPr/>
          <a:lstStyle>
            <a:lvl1pPr marL="0" indent="0">
              <a:buNone/>
              <a:defRPr sz="4266"/>
            </a:lvl1pPr>
            <a:lvl2pPr marL="609539" indent="0">
              <a:buNone/>
              <a:defRPr sz="3733"/>
            </a:lvl2pPr>
            <a:lvl3pPr marL="1219078" indent="0">
              <a:buNone/>
              <a:defRPr sz="3200"/>
            </a:lvl3pPr>
            <a:lvl4pPr marL="1828617" indent="0">
              <a:buNone/>
              <a:defRPr sz="2666"/>
            </a:lvl4pPr>
            <a:lvl5pPr marL="2438156" indent="0">
              <a:buNone/>
              <a:defRPr sz="2666"/>
            </a:lvl5pPr>
            <a:lvl6pPr marL="3047695" indent="0">
              <a:buNone/>
              <a:defRPr sz="2666"/>
            </a:lvl6pPr>
            <a:lvl7pPr marL="3657234" indent="0">
              <a:buNone/>
              <a:defRPr sz="2666"/>
            </a:lvl7pPr>
            <a:lvl8pPr marL="4266773" indent="0">
              <a:buNone/>
              <a:defRPr sz="2666"/>
            </a:lvl8pPr>
            <a:lvl9pPr marL="4876312" indent="0">
              <a:buNone/>
              <a:defRPr sz="2666"/>
            </a:lvl9pPr>
          </a:lstStyle>
          <a:p>
            <a:pPr lvl="0"/>
            <a:endParaRPr lang="pt-BR" noProof="0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5644529" y="33810024"/>
            <a:ext cx="17280678" cy="5070974"/>
          </a:xfrm>
        </p:spPr>
        <p:txBody>
          <a:bodyPr/>
          <a:lstStyle>
            <a:lvl1pPr marL="0" indent="0">
              <a:buNone/>
              <a:defRPr sz="1866"/>
            </a:lvl1pPr>
            <a:lvl2pPr marL="609539" indent="0">
              <a:buNone/>
              <a:defRPr sz="1600"/>
            </a:lvl2pPr>
            <a:lvl3pPr marL="1219078" indent="0">
              <a:buNone/>
              <a:defRPr sz="1333"/>
            </a:lvl3pPr>
            <a:lvl4pPr marL="1828617" indent="0">
              <a:buNone/>
              <a:defRPr sz="1200"/>
            </a:lvl4pPr>
            <a:lvl5pPr marL="2438156" indent="0">
              <a:buNone/>
              <a:defRPr sz="1200"/>
            </a:lvl5pPr>
            <a:lvl6pPr marL="3047695" indent="0">
              <a:buNone/>
              <a:defRPr sz="1200"/>
            </a:lvl6pPr>
            <a:lvl7pPr marL="3657234" indent="0">
              <a:buNone/>
              <a:defRPr sz="1200"/>
            </a:lvl7pPr>
            <a:lvl8pPr marL="4266773" indent="0">
              <a:buNone/>
              <a:defRPr sz="1200"/>
            </a:lvl8pPr>
            <a:lvl9pPr marL="4876312" indent="0">
              <a:buNone/>
              <a:defRPr sz="1200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96B7DF24-3BB9-4DC6-A067-2A7C35CBC9DF}" type="slidenum">
              <a:rPr lang="pt-BR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E9B3DDCC-A5AA-4FD1-B372-9424E989D2BC}" type="slidenum">
              <a:rPr lang="pt-BR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20880732" y="1729128"/>
            <a:ext cx="6480519" cy="36861919"/>
          </a:xfrm>
        </p:spPr>
        <p:txBody>
          <a:bodyPr vert="eaVert"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>
          <a:xfrm>
            <a:off x="1439175" y="1729128"/>
            <a:ext cx="19238379" cy="36861919"/>
          </a:xfrm>
        </p:spPr>
        <p:txBody>
          <a:bodyPr vert="eaVert"/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6A33422-2CED-4084-A0A2-878BA7696C06}" type="slidenum">
              <a:rPr lang="pt-BR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1439175" y="1729128"/>
            <a:ext cx="25922076" cy="720010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308610" tIns="154305" rIns="308610" bIns="154305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pt-BR"/>
              <a:t>Clique para editar o estilo do título mestre</a:t>
            </a: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1439175" y="10080573"/>
            <a:ext cx="25922076" cy="2851047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308610" tIns="154305" rIns="308610" bIns="154305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1028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1439175" y="39340264"/>
            <a:ext cx="6721792" cy="300110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308610" tIns="154305" rIns="308610" bIns="154305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6266">
                <a:latin typeface="Arial" charset="0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9839300" y="39340264"/>
            <a:ext cx="9121828" cy="300110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308610" tIns="154305" rIns="308610" bIns="154305" numCol="1" anchor="t" anchorCtr="0" compatLnSpc="1">
            <a:prstTxWarp prst="textNoShape">
              <a:avLst/>
            </a:prstTxWarp>
          </a:bodyPr>
          <a:lstStyle>
            <a:lvl1pPr algn="ctr" eaLnBrk="1" hangingPunct="1">
              <a:defRPr sz="6266">
                <a:latin typeface="Arial" charset="0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20639458" y="39340264"/>
            <a:ext cx="6721792" cy="300110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308610" tIns="154305" rIns="308610" bIns="154305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6266"/>
            </a:lvl1pPr>
          </a:lstStyle>
          <a:p>
            <a:fld id="{9D20D27F-DE98-4825-9B81-BD19507AA243}" type="slidenum">
              <a:rPr lang="pt-BR"/>
              <a:pPr/>
              <a:t>‹nº›</a:t>
            </a:fld>
            <a:endParaRPr lang="pt-B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114389" rtl="0" eaLnBrk="0" fontAlgn="base" hangingPunct="0">
        <a:spcBef>
          <a:spcPct val="0"/>
        </a:spcBef>
        <a:spcAft>
          <a:spcPct val="0"/>
        </a:spcAft>
        <a:defRPr sz="19865">
          <a:solidFill>
            <a:schemeClr val="tx2"/>
          </a:solidFill>
          <a:latin typeface="+mj-lt"/>
          <a:ea typeface="+mj-ea"/>
          <a:cs typeface="+mj-cs"/>
        </a:defRPr>
      </a:lvl1pPr>
      <a:lvl2pPr algn="ctr" defTabSz="4114389" rtl="0" eaLnBrk="0" fontAlgn="base" hangingPunct="0">
        <a:spcBef>
          <a:spcPct val="0"/>
        </a:spcBef>
        <a:spcAft>
          <a:spcPct val="0"/>
        </a:spcAft>
        <a:defRPr sz="19865">
          <a:solidFill>
            <a:schemeClr val="tx2"/>
          </a:solidFill>
          <a:latin typeface="Arial" charset="0"/>
        </a:defRPr>
      </a:lvl2pPr>
      <a:lvl3pPr algn="ctr" defTabSz="4114389" rtl="0" eaLnBrk="0" fontAlgn="base" hangingPunct="0">
        <a:spcBef>
          <a:spcPct val="0"/>
        </a:spcBef>
        <a:spcAft>
          <a:spcPct val="0"/>
        </a:spcAft>
        <a:defRPr sz="19865">
          <a:solidFill>
            <a:schemeClr val="tx2"/>
          </a:solidFill>
          <a:latin typeface="Arial" charset="0"/>
        </a:defRPr>
      </a:lvl3pPr>
      <a:lvl4pPr algn="ctr" defTabSz="4114389" rtl="0" eaLnBrk="0" fontAlgn="base" hangingPunct="0">
        <a:spcBef>
          <a:spcPct val="0"/>
        </a:spcBef>
        <a:spcAft>
          <a:spcPct val="0"/>
        </a:spcAft>
        <a:defRPr sz="19865">
          <a:solidFill>
            <a:schemeClr val="tx2"/>
          </a:solidFill>
          <a:latin typeface="Arial" charset="0"/>
        </a:defRPr>
      </a:lvl4pPr>
      <a:lvl5pPr algn="ctr" defTabSz="4114389" rtl="0" eaLnBrk="0" fontAlgn="base" hangingPunct="0">
        <a:spcBef>
          <a:spcPct val="0"/>
        </a:spcBef>
        <a:spcAft>
          <a:spcPct val="0"/>
        </a:spcAft>
        <a:defRPr sz="19865">
          <a:solidFill>
            <a:schemeClr val="tx2"/>
          </a:solidFill>
          <a:latin typeface="Arial" charset="0"/>
        </a:defRPr>
      </a:lvl5pPr>
      <a:lvl6pPr marL="609539" algn="ctr" defTabSz="4114389" rtl="0" fontAlgn="base">
        <a:spcBef>
          <a:spcPct val="0"/>
        </a:spcBef>
        <a:spcAft>
          <a:spcPct val="0"/>
        </a:spcAft>
        <a:defRPr sz="19865">
          <a:solidFill>
            <a:schemeClr val="tx2"/>
          </a:solidFill>
          <a:latin typeface="Arial" charset="0"/>
        </a:defRPr>
      </a:lvl6pPr>
      <a:lvl7pPr marL="1219078" algn="ctr" defTabSz="4114389" rtl="0" fontAlgn="base">
        <a:spcBef>
          <a:spcPct val="0"/>
        </a:spcBef>
        <a:spcAft>
          <a:spcPct val="0"/>
        </a:spcAft>
        <a:defRPr sz="19865">
          <a:solidFill>
            <a:schemeClr val="tx2"/>
          </a:solidFill>
          <a:latin typeface="Arial" charset="0"/>
        </a:defRPr>
      </a:lvl7pPr>
      <a:lvl8pPr marL="1828617" algn="ctr" defTabSz="4114389" rtl="0" fontAlgn="base">
        <a:spcBef>
          <a:spcPct val="0"/>
        </a:spcBef>
        <a:spcAft>
          <a:spcPct val="0"/>
        </a:spcAft>
        <a:defRPr sz="19865">
          <a:solidFill>
            <a:schemeClr val="tx2"/>
          </a:solidFill>
          <a:latin typeface="Arial" charset="0"/>
        </a:defRPr>
      </a:lvl8pPr>
      <a:lvl9pPr marL="2438156" algn="ctr" defTabSz="4114389" rtl="0" fontAlgn="base">
        <a:spcBef>
          <a:spcPct val="0"/>
        </a:spcBef>
        <a:spcAft>
          <a:spcPct val="0"/>
        </a:spcAft>
        <a:defRPr sz="19865">
          <a:solidFill>
            <a:schemeClr val="tx2"/>
          </a:solidFill>
          <a:latin typeface="Arial" charset="0"/>
        </a:defRPr>
      </a:lvl9pPr>
    </p:titleStyle>
    <p:bodyStyle>
      <a:lvl1pPr marL="1542896" indent="-1542896" algn="l" defTabSz="4114389" rtl="0" eaLnBrk="0" fontAlgn="base" hangingPunct="0">
        <a:spcBef>
          <a:spcPct val="20000"/>
        </a:spcBef>
        <a:spcAft>
          <a:spcPct val="0"/>
        </a:spcAft>
        <a:buChar char="•"/>
        <a:defRPr sz="14399">
          <a:solidFill>
            <a:schemeClr val="tx1"/>
          </a:solidFill>
          <a:latin typeface="+mn-lt"/>
          <a:ea typeface="+mn-ea"/>
          <a:cs typeface="+mn-cs"/>
        </a:defRPr>
      </a:lvl1pPr>
      <a:lvl2pPr marL="3343999" indent="-1286805" algn="l" defTabSz="4114389" rtl="0" eaLnBrk="0" fontAlgn="base" hangingPunct="0">
        <a:spcBef>
          <a:spcPct val="20000"/>
        </a:spcBef>
        <a:spcAft>
          <a:spcPct val="0"/>
        </a:spcAft>
        <a:buChar char="–"/>
        <a:defRPr sz="12665">
          <a:solidFill>
            <a:schemeClr val="tx1"/>
          </a:solidFill>
          <a:latin typeface="+mn-lt"/>
        </a:defRPr>
      </a:lvl2pPr>
      <a:lvl3pPr marL="5142986" indent="-1028597" algn="l" defTabSz="4114389" rtl="0" eaLnBrk="0" fontAlgn="base" hangingPunct="0">
        <a:spcBef>
          <a:spcPct val="20000"/>
        </a:spcBef>
        <a:spcAft>
          <a:spcPct val="0"/>
        </a:spcAft>
        <a:buChar char="•"/>
        <a:defRPr sz="10799">
          <a:solidFill>
            <a:schemeClr val="tx1"/>
          </a:solidFill>
          <a:latin typeface="+mn-lt"/>
        </a:defRPr>
      </a:lvl3pPr>
      <a:lvl4pPr marL="7200180" indent="-1028597" algn="l" defTabSz="4114389" rtl="0" eaLnBrk="0" fontAlgn="base" hangingPunct="0">
        <a:spcBef>
          <a:spcPct val="20000"/>
        </a:spcBef>
        <a:spcAft>
          <a:spcPct val="0"/>
        </a:spcAft>
        <a:buChar char="–"/>
        <a:defRPr sz="9066">
          <a:solidFill>
            <a:schemeClr val="tx1"/>
          </a:solidFill>
          <a:latin typeface="+mn-lt"/>
        </a:defRPr>
      </a:lvl4pPr>
      <a:lvl5pPr marL="9257374" indent="-1028597" algn="l" defTabSz="4114389" rtl="0" eaLnBrk="0" fontAlgn="base" hangingPunct="0">
        <a:spcBef>
          <a:spcPct val="20000"/>
        </a:spcBef>
        <a:spcAft>
          <a:spcPct val="0"/>
        </a:spcAft>
        <a:buChar char="»"/>
        <a:defRPr sz="9066">
          <a:solidFill>
            <a:schemeClr val="tx1"/>
          </a:solidFill>
          <a:latin typeface="+mn-lt"/>
        </a:defRPr>
      </a:lvl5pPr>
      <a:lvl6pPr marL="9866913" indent="-1028597" algn="l" defTabSz="4114389" rtl="0" fontAlgn="base">
        <a:spcBef>
          <a:spcPct val="20000"/>
        </a:spcBef>
        <a:spcAft>
          <a:spcPct val="0"/>
        </a:spcAft>
        <a:buChar char="»"/>
        <a:defRPr sz="9066">
          <a:solidFill>
            <a:schemeClr val="tx1"/>
          </a:solidFill>
          <a:latin typeface="+mn-lt"/>
        </a:defRPr>
      </a:lvl6pPr>
      <a:lvl7pPr marL="10476452" indent="-1028597" algn="l" defTabSz="4114389" rtl="0" fontAlgn="base">
        <a:spcBef>
          <a:spcPct val="20000"/>
        </a:spcBef>
        <a:spcAft>
          <a:spcPct val="0"/>
        </a:spcAft>
        <a:buChar char="»"/>
        <a:defRPr sz="9066">
          <a:solidFill>
            <a:schemeClr val="tx1"/>
          </a:solidFill>
          <a:latin typeface="+mn-lt"/>
        </a:defRPr>
      </a:lvl7pPr>
      <a:lvl8pPr marL="11085991" indent="-1028597" algn="l" defTabSz="4114389" rtl="0" fontAlgn="base">
        <a:spcBef>
          <a:spcPct val="20000"/>
        </a:spcBef>
        <a:spcAft>
          <a:spcPct val="0"/>
        </a:spcAft>
        <a:buChar char="»"/>
        <a:defRPr sz="9066">
          <a:solidFill>
            <a:schemeClr val="tx1"/>
          </a:solidFill>
          <a:latin typeface="+mn-lt"/>
        </a:defRPr>
      </a:lvl8pPr>
      <a:lvl9pPr marL="11695530" indent="-1028597" algn="l" defTabSz="4114389" rtl="0" fontAlgn="base">
        <a:spcBef>
          <a:spcPct val="20000"/>
        </a:spcBef>
        <a:spcAft>
          <a:spcPct val="0"/>
        </a:spcAft>
        <a:buChar char="»"/>
        <a:defRPr sz="9066">
          <a:solidFill>
            <a:schemeClr val="tx1"/>
          </a:solidFill>
          <a:latin typeface="+mn-lt"/>
        </a:defRPr>
      </a:lvl9pPr>
    </p:bodyStyle>
    <p:otherStyle>
      <a:defPPr>
        <a:defRPr lang="pt-BR"/>
      </a:defPPr>
      <a:lvl1pPr marL="0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39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078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617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156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695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234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6773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312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png"/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Relationship Id="rId14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0" name="Rectangle 6"/>
          <p:cNvSpPr>
            <a:spLocks noChangeArrowheads="1"/>
          </p:cNvSpPr>
          <p:nvPr/>
        </p:nvSpPr>
        <p:spPr bwMode="auto">
          <a:xfrm>
            <a:off x="-36734" y="1287176"/>
            <a:ext cx="28800425" cy="349980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anchor="ctr">
            <a:spAutoFit/>
          </a:bodyPr>
          <a:lstStyle/>
          <a:p>
            <a:pPr algn="ctr" eaLnBrk="1" hangingPunct="1">
              <a:lnSpc>
                <a:spcPct val="150000"/>
              </a:lnSpc>
            </a:pPr>
            <a:r>
              <a:rPr lang="pt-BR" sz="5870" b="1" dirty="0" err="1">
                <a:ea typeface="ＭＳ Ｐゴシック" pitchFamily="34" charset="-128"/>
                <a:cs typeface="Times New Roman" pitchFamily="18" charset="0"/>
              </a:rPr>
              <a:t>DashBoard</a:t>
            </a:r>
            <a:r>
              <a:rPr lang="pt-BR" sz="5870" b="1" dirty="0">
                <a:ea typeface="ＭＳ Ｐゴシック" pitchFamily="34" charset="-128"/>
                <a:cs typeface="Times New Roman" pitchFamily="18" charset="0"/>
              </a:rPr>
              <a:t> - </a:t>
            </a:r>
            <a:r>
              <a:rPr lang="pt-BR" sz="5870" b="1" dirty="0" err="1">
                <a:ea typeface="ＭＳ Ｐゴシック" pitchFamily="34" charset="-128"/>
                <a:cs typeface="Times New Roman" pitchFamily="18" charset="0"/>
              </a:rPr>
              <a:t>PicMoney</a:t>
            </a:r>
            <a:r>
              <a:rPr lang="pt-BR" sz="5870" b="1" dirty="0">
                <a:ea typeface="ＭＳ Ｐゴシック" pitchFamily="34" charset="-128"/>
                <a:cs typeface="Times New Roman" pitchFamily="18" charset="0"/>
              </a:rPr>
              <a:t> </a:t>
            </a:r>
          </a:p>
          <a:p>
            <a:pPr algn="ctr" eaLnBrk="1" hangingPunct="1">
              <a:lnSpc>
                <a:spcPct val="150000"/>
              </a:lnSpc>
            </a:pPr>
            <a:r>
              <a:rPr lang="pt-BR" sz="3733" b="1" dirty="0" err="1">
                <a:ea typeface="ＭＳ Ｐゴシック" pitchFamily="34" charset="-128"/>
                <a:cs typeface="Times New Roman" pitchFamily="18" charset="0"/>
              </a:rPr>
              <a:t>Caroliny</a:t>
            </a:r>
            <a:r>
              <a:rPr lang="pt-BR" sz="3733" b="1" dirty="0">
                <a:ea typeface="ＭＳ Ｐゴシック" pitchFamily="34" charset="-128"/>
                <a:cs typeface="Times New Roman" pitchFamily="18" charset="0"/>
              </a:rPr>
              <a:t> Bittencourt; Duda Lucena; Isadora Teixeira; Rafael Alves;</a:t>
            </a:r>
            <a:br>
              <a:rPr lang="pt-BR" sz="3733" b="1" dirty="0">
                <a:ea typeface="ＭＳ Ｐゴシック" pitchFamily="34" charset="-128"/>
                <a:cs typeface="Times New Roman" pitchFamily="18" charset="0"/>
              </a:rPr>
            </a:br>
            <a:r>
              <a:rPr lang="pt-BR" sz="2670" b="1" dirty="0">
                <a:ea typeface="ＭＳ Ｐゴシック" pitchFamily="34" charset="-128"/>
                <a:cs typeface="Times New Roman" pitchFamily="18" charset="0"/>
              </a:rPr>
              <a:t>Professores: </a:t>
            </a:r>
            <a:r>
              <a:rPr lang="pt-BR" sz="2670" b="1" dirty="0" err="1">
                <a:ea typeface="ＭＳ Ｐゴシック" pitchFamily="34" charset="-128"/>
                <a:cs typeface="Times New Roman" pitchFamily="18" charset="0"/>
              </a:rPr>
              <a:t>Rodnil</a:t>
            </a:r>
            <a:r>
              <a:rPr lang="pt-BR" sz="2670" b="1" dirty="0">
                <a:ea typeface="ＭＳ Ｐゴシック" pitchFamily="34" charset="-128"/>
                <a:cs typeface="Times New Roman" pitchFamily="18" charset="0"/>
              </a:rPr>
              <a:t> Lisboa; Mauricio Lopes; Lucy Mari; Eduardo </a:t>
            </a:r>
            <a:r>
              <a:rPr lang="pt-BR" sz="2670" b="1" dirty="0" err="1">
                <a:ea typeface="ＭＳ Ｐゴシック" pitchFamily="34" charset="-128"/>
                <a:cs typeface="Times New Roman" pitchFamily="18" charset="0"/>
              </a:rPr>
              <a:t>Savino</a:t>
            </a:r>
            <a:endParaRPr lang="pt-BR" sz="2670" b="1" dirty="0">
              <a:ea typeface="ＭＳ Ｐゴシック" pitchFamily="34" charset="-128"/>
              <a:cs typeface="Times New Roman" pitchFamily="18" charset="0"/>
            </a:endParaRPr>
          </a:p>
          <a:p>
            <a:pPr algn="ctr" eaLnBrk="1" hangingPunct="1"/>
            <a:endParaRPr lang="pt-BR" sz="3733" b="1" dirty="0">
              <a:ea typeface="ＭＳ Ｐゴシック" pitchFamily="34" charset="-128"/>
              <a:cs typeface="Times New Roman" pitchFamily="18" charset="0"/>
            </a:endParaRPr>
          </a:p>
        </p:txBody>
      </p:sp>
      <p:sp>
        <p:nvSpPr>
          <p:cNvPr id="4102" name="TextBox 8"/>
          <p:cNvSpPr txBox="1">
            <a:spLocks noChangeArrowheads="1"/>
          </p:cNvSpPr>
          <p:nvPr/>
        </p:nvSpPr>
        <p:spPr bwMode="auto">
          <a:xfrm>
            <a:off x="690522" y="4992304"/>
            <a:ext cx="13284851" cy="5220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pPr algn="just" defTabSz="1678349" eaLnBrk="1" hangingPunct="1"/>
            <a:r>
              <a:rPr lang="pt-BR" sz="3600" b="1" dirty="0">
                <a:ea typeface="ＭＳ Ｐゴシック" pitchFamily="34" charset="-128"/>
              </a:rPr>
              <a:t>Sobre a equipe</a:t>
            </a:r>
          </a:p>
          <a:p>
            <a:pPr algn="just" defTabSz="1678349" eaLnBrk="1" hangingPunct="1">
              <a:spcAft>
                <a:spcPts val="1200"/>
              </a:spcAft>
            </a:pPr>
            <a:r>
              <a:rPr lang="pt-BR" sz="3733" dirty="0"/>
              <a:t> </a:t>
            </a:r>
            <a:r>
              <a:rPr lang="pt-BR" sz="2666" dirty="0"/>
              <a:t>	Somos uma equipe formada por quatro graduandos em Ciência da Computação, movidos pela curiosidade e pelo entusiasmo em transformar ideias em código. Nosso interesse pela área de análise de dados nasce do desejo de compreender o comportamento por trás dos números e construir soluções que unam lógica, visualização e impacto real. Acreditamos que programar é mais do que escrever linhas de código — é criar pontes entre informação e decisão, explorando cada desafio como uma oportunidade de aprender, inovar e evoluir juntos como desenvolvedores e analistas.</a:t>
            </a:r>
          </a:p>
          <a:p>
            <a:pPr algn="just" defTabSz="1678349" eaLnBrk="1" hangingPunct="1">
              <a:spcAft>
                <a:spcPts val="1200"/>
              </a:spcAft>
            </a:pPr>
            <a:endParaRPr lang="pt-BR" sz="2666" dirty="0"/>
          </a:p>
          <a:p>
            <a:pPr algn="just" defTabSz="1678349" eaLnBrk="1" hangingPunct="1">
              <a:spcAft>
                <a:spcPts val="1200"/>
              </a:spcAft>
            </a:pPr>
            <a:endParaRPr lang="pt-BR" sz="2666" dirty="0"/>
          </a:p>
        </p:txBody>
      </p:sp>
      <p:sp>
        <p:nvSpPr>
          <p:cNvPr id="4104" name="Rectangle 13"/>
          <p:cNvSpPr>
            <a:spLocks noChangeArrowheads="1"/>
          </p:cNvSpPr>
          <p:nvPr/>
        </p:nvSpPr>
        <p:spPr bwMode="auto">
          <a:xfrm>
            <a:off x="0" y="-669350"/>
            <a:ext cx="184731" cy="1338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14400"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12600"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10800"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9000"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9000"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5pPr>
            <a:lvl6pPr marL="2514600" indent="-228600" defTabSz="41148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9000"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6pPr>
            <a:lvl7pPr marL="2971800" indent="-228600" defTabSz="41148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9000"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7pPr>
            <a:lvl8pPr marL="3429000" indent="-228600" defTabSz="41148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9000"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8pPr>
            <a:lvl9pPr marL="3886200" indent="-228600" defTabSz="41148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9000"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  <a:defRPr/>
            </a:pPr>
            <a:endParaRPr lang="en-US" sz="8099">
              <a:latin typeface="Arial" panose="020B0604020202020204" pitchFamily="34" charset="0"/>
            </a:endParaRPr>
          </a:p>
        </p:txBody>
      </p:sp>
      <p:sp>
        <p:nvSpPr>
          <p:cNvPr id="4109" name="Rectangle 14"/>
          <p:cNvSpPr>
            <a:spLocks noChangeArrowheads="1"/>
          </p:cNvSpPr>
          <p:nvPr/>
        </p:nvSpPr>
        <p:spPr bwMode="auto">
          <a:xfrm>
            <a:off x="1540883" y="288300"/>
            <a:ext cx="25809904" cy="161908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411435" tIns="205717" rIns="411435" bIns="205717" anchor="ctr"/>
          <a:lstStyle/>
          <a:p>
            <a:pPr algn="ctr" eaLnBrk="1" hangingPunct="1"/>
            <a:r>
              <a:rPr lang="pt-BR" sz="7999" b="1" dirty="0">
                <a:solidFill>
                  <a:schemeClr val="bg1"/>
                </a:solidFill>
              </a:rPr>
              <a:t>Semana de Tecnologia FECAP 2025</a:t>
            </a:r>
          </a:p>
        </p:txBody>
      </p:sp>
      <p:sp>
        <p:nvSpPr>
          <p:cNvPr id="4" name="TextBox 8">
            <a:extLst>
              <a:ext uri="{FF2B5EF4-FFF2-40B4-BE49-F238E27FC236}">
                <a16:creationId xmlns:a16="http://schemas.microsoft.com/office/drawing/2014/main" id="{6D4C09D9-51BE-953B-669D-23F72BD2F12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653154" y="4992305"/>
            <a:ext cx="13284851" cy="70219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pPr algn="just" defTabSz="1678349" eaLnBrk="1" hangingPunct="1"/>
            <a:r>
              <a:rPr lang="pt-BR" sz="3600" b="1" dirty="0">
                <a:ea typeface="ＭＳ Ｐゴシック" pitchFamily="34" charset="-128"/>
              </a:rPr>
              <a:t>Problema a ser tratado</a:t>
            </a:r>
          </a:p>
          <a:p>
            <a:pPr algn="just" defTabSz="1678349" eaLnBrk="1" hangingPunct="1">
              <a:spcAft>
                <a:spcPts val="1200"/>
              </a:spcAft>
            </a:pPr>
            <a:r>
              <a:rPr lang="pt-BR" sz="3733" dirty="0"/>
              <a:t> </a:t>
            </a:r>
            <a:r>
              <a:rPr lang="pt-BR" sz="2670" dirty="0"/>
              <a:t>	  O problema central abordado neste projeto consiste na análise e tratamento de dados brutos provenientes de quatro bases distintas da plataforma PICMONEY, cada uma representando contextos e métricas específicas. O desafio foi transformar esse grande volume de informações em insights estratégicos, desenvolvendo dois dashboards interativos — um voltado ao CEO, com foco em indicadores executivos, e outro direcionado ao CFO, com ênfase em indicadores financeiros. Para isso, o grupo percorreu todas as etapas associadas aos 5 </a:t>
            </a:r>
            <a:r>
              <a:rPr lang="pt-BR" sz="2670" dirty="0" err="1"/>
              <a:t>Vs</a:t>
            </a:r>
            <a:r>
              <a:rPr lang="pt-BR" sz="2670" dirty="0"/>
              <a:t> do Big Data — Volume, Velocidade, Variedade, Veracidade e Valor —, realizando desde a inspeção, limpeza e padronização dos dados até a definição das KPIs mais relevantes** para cada perfil de usuário, garantindo clareza, consistência e utilidade analítica nas visualizações finais.</a:t>
            </a:r>
          </a:p>
          <a:p>
            <a:pPr algn="just" defTabSz="1678349" eaLnBrk="1" hangingPunct="1">
              <a:spcAft>
                <a:spcPts val="1200"/>
              </a:spcAft>
            </a:pPr>
            <a:endParaRPr lang="pt-BR" sz="2666" dirty="0"/>
          </a:p>
          <a:p>
            <a:pPr algn="just" defTabSz="1678349" eaLnBrk="1" hangingPunct="1">
              <a:spcAft>
                <a:spcPts val="1200"/>
              </a:spcAft>
            </a:pPr>
            <a:endParaRPr lang="pt-BR" sz="2666" dirty="0"/>
          </a:p>
          <a:p>
            <a:pPr algn="just" defTabSz="1678349" eaLnBrk="1" hangingPunct="1">
              <a:spcAft>
                <a:spcPts val="1200"/>
              </a:spcAft>
            </a:pPr>
            <a:r>
              <a:rPr lang="pt-BR" sz="2666" dirty="0"/>
              <a:t>	</a:t>
            </a:r>
          </a:p>
        </p:txBody>
      </p:sp>
      <p:sp>
        <p:nvSpPr>
          <p:cNvPr id="7" name="TextBox 8">
            <a:extLst>
              <a:ext uri="{FF2B5EF4-FFF2-40B4-BE49-F238E27FC236}">
                <a16:creationId xmlns:a16="http://schemas.microsoft.com/office/drawing/2014/main" id="{C1758913-C53F-99C8-A545-3D8DE7E0ED3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30353" y="33543418"/>
            <a:ext cx="13318910" cy="507196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pPr algn="just" defTabSz="1678349" eaLnBrk="1" hangingPunct="1"/>
            <a:r>
              <a:rPr lang="pt-BR" sz="3600" b="1" dirty="0">
                <a:ea typeface="ＭＳ Ｐゴシック" pitchFamily="34" charset="-128"/>
              </a:rPr>
              <a:t>Solução proposta</a:t>
            </a:r>
          </a:p>
          <a:p>
            <a:pPr algn="just" defTabSz="1678349" eaLnBrk="1" hangingPunct="1">
              <a:spcAft>
                <a:spcPts val="1200"/>
              </a:spcAft>
            </a:pPr>
            <a:r>
              <a:rPr lang="pt-BR" sz="3733" dirty="0"/>
              <a:t> </a:t>
            </a:r>
            <a:r>
              <a:rPr lang="pt-BR" sz="2666" dirty="0"/>
              <a:t>	</a:t>
            </a:r>
            <a:r>
              <a:rPr lang="pt-BR" sz="2670" dirty="0"/>
              <a:t> A solução proposta é um dashboard interativo </a:t>
            </a:r>
            <a:r>
              <a:rPr lang="pt-BR" sz="2670" dirty="0" err="1"/>
              <a:t>multipágina</a:t>
            </a:r>
            <a:r>
              <a:rPr lang="pt-BR" sz="2670" dirty="0"/>
              <a:t> em </a:t>
            </a:r>
            <a:r>
              <a:rPr lang="pt-BR" sz="2670" dirty="0" err="1"/>
              <a:t>Streamlit</a:t>
            </a:r>
            <a:r>
              <a:rPr lang="pt-BR" sz="2670" dirty="0"/>
              <a:t>, estruturado para atender dois perfis de sócios: CEO (indicadores executivos) e CFO (indicadores financeiros). Cada página expõe KPIs específicas, com filtros dinâmicos, </a:t>
            </a:r>
            <a:r>
              <a:rPr lang="pt-BR" sz="2670" dirty="0" err="1"/>
              <a:t>drill-down</a:t>
            </a:r>
            <a:r>
              <a:rPr lang="pt-BR" sz="2670" dirty="0"/>
              <a:t> por período, segmento e campanha, além de cards de síntese e gráficos interativos para exploração rápida e comparativa. O pipeline contempla ingestão, limpeza, padronização e modelagem das quatro bases, garantindo consistência, rastreabilidade e veracidade dos números. O dashboard permite exportação de relatórios e captura de insights acionáveis em tempo hábil, oferecendo uma visão clara e confiável para embasar decisões de cunho executivo e financeiro.</a:t>
            </a:r>
          </a:p>
          <a:p>
            <a:pPr algn="just" defTabSz="1678349" eaLnBrk="1" hangingPunct="1">
              <a:spcAft>
                <a:spcPts val="1200"/>
              </a:spcAft>
            </a:pPr>
            <a:endParaRPr lang="pt-BR" sz="2666" dirty="0"/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AE19C662-D68A-6035-2E4C-978100FAE83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646784" y="33543418"/>
            <a:ext cx="13318910" cy="506683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pPr algn="just" defTabSz="1678349" eaLnBrk="1" hangingPunct="1"/>
            <a:r>
              <a:rPr lang="pt-BR" sz="3600" b="1" dirty="0">
                <a:ea typeface="ＭＳ Ｐゴシック" pitchFamily="34" charset="-128"/>
              </a:rPr>
              <a:t>Futuro do projeto</a:t>
            </a:r>
          </a:p>
          <a:p>
            <a:pPr algn="just" defTabSz="1678349" eaLnBrk="1" hangingPunct="1">
              <a:spcAft>
                <a:spcPts val="1200"/>
              </a:spcAft>
            </a:pPr>
            <a:r>
              <a:rPr lang="pt-BR" sz="3733" dirty="0"/>
              <a:t> </a:t>
            </a:r>
            <a:r>
              <a:rPr lang="pt-BR" sz="2666" dirty="0"/>
              <a:t>	No próximo ciclo, o projeto avançará com a integração direta às APIs oficiais da PICMONEY, permitindo atualização contínua das bases e visualizações em (quase) tempo real dos principais parâmetros do negócio. Em paralelo, será incorporada camada de IA para análises preditivas, detecção de anomalias e projeções de cenário, com filtros conversacionais que personalizam as respostas ao contexto/comando do usuário, exibindo apenas o essencial para a decisão. O </a:t>
            </a:r>
            <a:r>
              <a:rPr lang="pt-BR" sz="2666" dirty="0" err="1"/>
              <a:t>roadmap</a:t>
            </a:r>
            <a:r>
              <a:rPr lang="pt-BR" sz="2666" dirty="0"/>
              <a:t> inclui pipelines de dados </a:t>
            </a:r>
            <a:r>
              <a:rPr lang="pt-BR" sz="2666" dirty="0" err="1"/>
              <a:t>versionados</a:t>
            </a:r>
            <a:r>
              <a:rPr lang="pt-BR" sz="2666" dirty="0"/>
              <a:t>, atualização incremental, exportação automatizada </a:t>
            </a:r>
            <a:r>
              <a:rPr lang="pt-BR" sz="2666"/>
              <a:t>de relatórios, </a:t>
            </a:r>
            <a:r>
              <a:rPr lang="pt-BR" sz="2666" dirty="0"/>
              <a:t>além </a:t>
            </a:r>
            <a:r>
              <a:rPr lang="pt-BR" sz="2666"/>
              <a:t>de segurança </a:t>
            </a:r>
            <a:r>
              <a:rPr lang="pt-BR" sz="2666" dirty="0"/>
              <a:t>(autenticação/ACL) e </a:t>
            </a:r>
            <a:r>
              <a:rPr lang="pt-BR" sz="2666" dirty="0" err="1"/>
              <a:t>observabilidade</a:t>
            </a:r>
            <a:r>
              <a:rPr lang="pt-BR" sz="2666" dirty="0"/>
              <a:t> para garantir confiabilidade, escalabilidade e governança do dashboard.</a:t>
            </a:r>
          </a:p>
          <a:p>
            <a:pPr algn="just" defTabSz="1678349" eaLnBrk="1" hangingPunct="1">
              <a:spcAft>
                <a:spcPts val="1200"/>
              </a:spcAft>
            </a:pPr>
            <a:endParaRPr lang="pt-BR" sz="2666" dirty="0"/>
          </a:p>
        </p:txBody>
      </p:sp>
      <p:sp>
        <p:nvSpPr>
          <p:cNvPr id="29" name="TextBox 8">
            <a:extLst>
              <a:ext uri="{FF2B5EF4-FFF2-40B4-BE49-F238E27FC236}">
                <a16:creationId xmlns:a16="http://schemas.microsoft.com/office/drawing/2014/main" id="{22108886-71AE-7425-406A-CC03C41D865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959431" y="10343748"/>
            <a:ext cx="12868819" cy="156946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pPr algn="ctr" defTabSz="1678349" eaLnBrk="1" hangingPunct="1"/>
            <a:r>
              <a:rPr lang="pt-BR" sz="5866" b="1" dirty="0">
                <a:ea typeface="ＭＳ Ｐゴシック" pitchFamily="34" charset="-128"/>
              </a:rPr>
              <a:t>Imagens e ferramentas do Projeto</a:t>
            </a:r>
          </a:p>
          <a:p>
            <a:pPr algn="just" defTabSz="1678349" eaLnBrk="1" hangingPunct="1">
              <a:spcAft>
                <a:spcPts val="1200"/>
              </a:spcAft>
            </a:pPr>
            <a:r>
              <a:rPr lang="pt-BR" sz="3733" dirty="0"/>
              <a:t> </a:t>
            </a:r>
            <a:r>
              <a:rPr lang="pt-BR" sz="2666" dirty="0"/>
              <a:t>	</a:t>
            </a:r>
          </a:p>
        </p:txBody>
      </p:sp>
      <p:pic>
        <p:nvPicPr>
          <p:cNvPr id="5" name="Imagem 4" descr="Uma imagem contendo óculos&#10;&#10;O conteúdo gerado por IA pode estar incorreto.">
            <a:extLst>
              <a:ext uri="{FF2B5EF4-FFF2-40B4-BE49-F238E27FC236}">
                <a16:creationId xmlns:a16="http://schemas.microsoft.com/office/drawing/2014/main" id="{C56C1960-665E-2EB7-EDC1-1EBC9CE69C7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2752" y="40356014"/>
            <a:ext cx="3095947" cy="3115297"/>
          </a:xfrm>
          <a:prstGeom prst="rect">
            <a:avLst/>
          </a:prstGeom>
        </p:spPr>
      </p:pic>
      <p:pic>
        <p:nvPicPr>
          <p:cNvPr id="10" name="Imagem 9" descr="Uma imagem contendo óculos, caneca&#10;&#10;O conteúdo gerado por IA pode estar incorreto.">
            <a:extLst>
              <a:ext uri="{FF2B5EF4-FFF2-40B4-BE49-F238E27FC236}">
                <a16:creationId xmlns:a16="http://schemas.microsoft.com/office/drawing/2014/main" id="{55769E50-5B5D-08C0-E78D-9BA4C954767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801752" y="40382747"/>
            <a:ext cx="3095945" cy="3105591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43F16608-98DA-0A1C-8652-797AEA13A7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422843" y="17344087"/>
            <a:ext cx="6096000" cy="23907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Python (programming language) - Wikipedia">
            <a:extLst>
              <a:ext uri="{FF2B5EF4-FFF2-40B4-BE49-F238E27FC236}">
                <a16:creationId xmlns:a16="http://schemas.microsoft.com/office/drawing/2014/main" id="{130918FE-EE43-4711-ADD3-CD1ACEAADEB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696356" y="12876544"/>
            <a:ext cx="3457417" cy="34574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extLst>
              <a:ext uri="{FF2B5EF4-FFF2-40B4-BE49-F238E27FC236}">
                <a16:creationId xmlns:a16="http://schemas.microsoft.com/office/drawing/2014/main" id="{82194BF0-99DA-6E31-771A-D88B2801D0C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922265" y="12455303"/>
            <a:ext cx="3878658" cy="38786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>
            <a:extLst>
              <a:ext uri="{FF2B5EF4-FFF2-40B4-BE49-F238E27FC236}">
                <a16:creationId xmlns:a16="http://schemas.microsoft.com/office/drawing/2014/main" id="{794841D6-74FA-2154-6FD5-F22009751C0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368573" y="19765263"/>
            <a:ext cx="8919354" cy="52192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>
            <a:extLst>
              <a:ext uri="{FF2B5EF4-FFF2-40B4-BE49-F238E27FC236}">
                <a16:creationId xmlns:a16="http://schemas.microsoft.com/office/drawing/2014/main" id="{1974F2DC-74E9-6686-6BD6-6C71DD6F32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026736" y="25045280"/>
            <a:ext cx="7943527" cy="32146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6" name="Picture 12" descr="Plotly - Wikipedia">
            <a:extLst>
              <a:ext uri="{FF2B5EF4-FFF2-40B4-BE49-F238E27FC236}">
                <a16:creationId xmlns:a16="http://schemas.microsoft.com/office/drawing/2014/main" id="{D5866793-025D-852C-A9E5-898E07E81DF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870333" y="28259926"/>
            <a:ext cx="10256335" cy="34215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Imagem 5" descr="Interface gráfica do usuário, Gráfico&#10;&#10;O conteúdo gerado por IA pode estar incorreto.">
            <a:extLst>
              <a:ext uri="{FF2B5EF4-FFF2-40B4-BE49-F238E27FC236}">
                <a16:creationId xmlns:a16="http://schemas.microsoft.com/office/drawing/2014/main" id="{F530C40F-CA21-617E-2B7D-837D93AAB370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56181" y="18882779"/>
            <a:ext cx="12196941" cy="6858000"/>
          </a:xfrm>
          <a:prstGeom prst="rect">
            <a:avLst/>
          </a:prstGeom>
        </p:spPr>
      </p:pic>
      <p:pic>
        <p:nvPicPr>
          <p:cNvPr id="13" name="Imagem 12" descr="Interface gráfica do usuário&#10;&#10;O conteúdo gerado por IA pode estar incorreto.">
            <a:extLst>
              <a:ext uri="{FF2B5EF4-FFF2-40B4-BE49-F238E27FC236}">
                <a16:creationId xmlns:a16="http://schemas.microsoft.com/office/drawing/2014/main" id="{26932D45-BC5A-5FC5-5301-2F7F244ED60C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56181" y="26191591"/>
            <a:ext cx="12196941" cy="6858000"/>
          </a:xfrm>
          <a:prstGeom prst="rect">
            <a:avLst/>
          </a:prstGeom>
        </p:spPr>
      </p:pic>
      <p:pic>
        <p:nvPicPr>
          <p:cNvPr id="15" name="Imagem 14" descr="Tela de celular com aplicativo aberto&#10;&#10;O conteúdo gerado por IA pode estar incorreto.">
            <a:extLst>
              <a:ext uri="{FF2B5EF4-FFF2-40B4-BE49-F238E27FC236}">
                <a16:creationId xmlns:a16="http://schemas.microsoft.com/office/drawing/2014/main" id="{001B4504-935F-8F33-B822-A9049F676B42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56181" y="11573967"/>
            <a:ext cx="1219694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4194372"/>
      </p:ext>
    </p:extLst>
  </p:cSld>
  <p:clrMapOvr>
    <a:masterClrMapping/>
  </p:clrMapOvr>
</p:sld>
</file>

<file path=ppt/theme/theme1.xml><?xml version="1.0" encoding="utf-8"?>
<a:theme xmlns:a="http://schemas.openxmlformats.org/drawingml/2006/main" name="Design padrão">
  <a:themeElements>
    <a:clrScheme name="Design padrão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Design padrão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30861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pt-BR" sz="61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30861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pt-BR" sz="61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lnDef>
  </a:objectDefaults>
  <a:extraClrSchemeLst>
    <a:extraClrScheme>
      <a:clrScheme name="Design padrão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sign padrão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sign padrão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sign padrão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sign padrão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sign padrão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sign padrão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sign padrão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sign padrão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sign padrão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sign padrão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sign padrão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Tema do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Escritório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ema do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Escritório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8ca2a57e-8138-4b57-956a-eb6e2c7049cc">
      <Terms xmlns="http://schemas.microsoft.com/office/infopath/2007/PartnerControls"/>
    </lcf76f155ced4ddcb4097134ff3c332f>
    <TaxCatchAll xmlns="1d2798d9-1030-4cc5-be7b-200f9e628651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45364877AF745B4281652B53F43C594A" ma:contentTypeVersion="15" ma:contentTypeDescription="Crie um novo documento." ma:contentTypeScope="" ma:versionID="440a6fbbcbce65e3f8e2bed610644788">
  <xsd:schema xmlns:xsd="http://www.w3.org/2001/XMLSchema" xmlns:xs="http://www.w3.org/2001/XMLSchema" xmlns:p="http://schemas.microsoft.com/office/2006/metadata/properties" xmlns:ns2="1d2798d9-1030-4cc5-be7b-200f9e628651" xmlns:ns3="8ca2a57e-8138-4b57-956a-eb6e2c7049cc" targetNamespace="http://schemas.microsoft.com/office/2006/metadata/properties" ma:root="true" ma:fieldsID="3ff20d9b6411658b7762fa2c08d7e1af" ns2:_="" ns3:_="">
    <xsd:import namespace="1d2798d9-1030-4cc5-be7b-200f9e628651"/>
    <xsd:import namespace="8ca2a57e-8138-4b57-956a-eb6e2c7049cc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ObjectDetectorVersions" minOccurs="0"/>
                <xsd:element ref="ns3:lcf76f155ced4ddcb4097134ff3c332f" minOccurs="0"/>
                <xsd:element ref="ns2:TaxCatchAll" minOccurs="0"/>
                <xsd:element ref="ns3:MediaServiceDateTaken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Location" minOccurs="0"/>
                <xsd:element ref="ns3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d2798d9-1030-4cc5-be7b-200f9e628651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Compartilhado com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Detalhes de Compartilhado Com" ma:internalName="SharedWithDetails" ma:readOnly="true">
      <xsd:simpleType>
        <xsd:restriction base="dms:Note">
          <xsd:maxLength value="255"/>
        </xsd:restriction>
      </xsd:simpleType>
    </xsd:element>
    <xsd:element name="TaxCatchAll" ma:index="16" nillable="true" ma:displayName="Taxonomy Catch All Column" ma:hidden="true" ma:list="{e2adbafb-c224-4d2e-8ca4-b5c3cc77204d}" ma:internalName="TaxCatchAll" ma:showField="CatchAllData" ma:web="1d2798d9-1030-4cc5-be7b-200f9e62865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ca2a57e-8138-4b57-956a-eb6e2c7049cc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2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3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5" nillable="true" ma:taxonomy="true" ma:internalName="lcf76f155ced4ddcb4097134ff3c332f" ma:taxonomyFieldName="MediaServiceImageTags" ma:displayName="Marcações de imagem" ma:readOnly="false" ma:fieldId="{5cf76f15-5ced-4ddc-b409-7134ff3c332f}" ma:taxonomyMulti="true" ma:sspId="aeda4b81-a95b-4c43-add2-24b94db42d7b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7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9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20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Location" ma:index="21" nillable="true" ma:displayName="Location" ma:indexed="true" ma:internalName="MediaServiceLocation" ma:readOnly="true">
      <xsd:simpleType>
        <xsd:restriction base="dms:Text"/>
      </xsd:simpleType>
    </xsd:element>
    <xsd:element name="MediaLengthInSeconds" ma:index="22" nillable="true" ma:displayName="MediaLengthInSeconds" ma:hidden="true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8C580D08-C850-4D98-9BB0-6190D1509D8A}">
  <ds:schemaRefs>
    <ds:schemaRef ds:uri="http://www.w3.org/XML/1998/namespace"/>
    <ds:schemaRef ds:uri="1d2798d9-1030-4cc5-be7b-200f9e628651"/>
    <ds:schemaRef ds:uri="http://purl.org/dc/elements/1.1/"/>
    <ds:schemaRef ds:uri="http://schemas.microsoft.com/office/2006/documentManagement/types"/>
    <ds:schemaRef ds:uri="http://purl.org/dc/dcmitype/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8ca2a57e-8138-4b57-956a-eb6e2c7049cc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20511531-72C6-41EA-909D-35A50B0891E1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B0583F25-0BD0-426F-9D18-6079E5A0272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1d2798d9-1030-4cc5-be7b-200f9e628651"/>
    <ds:schemaRef ds:uri="8ca2a57e-8138-4b57-956a-eb6e2c7049cc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Apex</Template>
  <TotalTime>622</TotalTime>
  <Words>521</Words>
  <Application>Microsoft Office PowerPoint</Application>
  <PresentationFormat>Personalizar</PresentationFormat>
  <Paragraphs>17</Paragraphs>
  <Slides>1</Slides>
  <Notes>1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</vt:i4>
      </vt:variant>
    </vt:vector>
  </HeadingPairs>
  <TitlesOfParts>
    <vt:vector size="5" baseType="lpstr">
      <vt:lpstr>ＭＳ Ｐゴシック</vt:lpstr>
      <vt:lpstr>Arial</vt:lpstr>
      <vt:lpstr>Calibri</vt:lpstr>
      <vt:lpstr>Design padrão</vt:lpstr>
      <vt:lpstr>Apresentação do PowerPoint</vt:lpstr>
    </vt:vector>
  </TitlesOfParts>
  <Company>Home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Jr</dc:creator>
  <cp:lastModifiedBy>Duda Lucena</cp:lastModifiedBy>
  <cp:revision>51</cp:revision>
  <dcterms:created xsi:type="dcterms:W3CDTF">2006-11-04T15:46:42Z</dcterms:created>
  <dcterms:modified xsi:type="dcterms:W3CDTF">2025-11-09T22:07:08Z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0x01010045364877AF745B4281652B53F43C594A</vt:lpwstr>
  </property>
</Properties>
</file>