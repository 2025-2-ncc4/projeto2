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8800425" cy="43200638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6pPr>
    <a:lvl7pPr marL="3656960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7pPr>
    <a:lvl8pPr marL="4266453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8pPr>
    <a:lvl9pPr marL="487594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64B438-DDF3-4120-A1C3-B47F42060233}" v="70" dt="2025-10-30T15:47:29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878" y="-5170"/>
      </p:cViewPr>
      <p:guideLst>
        <p:guide orient="horz" pos="13607"/>
        <p:guide pos="90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da Lucena" userId="9de1b0bd5bed9c06" providerId="LiveId" clId="{9BEFC28E-969E-49C4-88FB-1E94BB07D854}"/>
    <pc:docChg chg="undo custSel modSld">
      <pc:chgData name="Duda Lucena" userId="9de1b0bd5bed9c06" providerId="LiveId" clId="{9BEFC28E-969E-49C4-88FB-1E94BB07D854}" dt="2025-10-30T15:52:08.470" v="466" actId="20577"/>
      <pc:docMkLst>
        <pc:docMk/>
      </pc:docMkLst>
      <pc:sldChg chg="addSp delSp modSp mod setBg modClrScheme chgLayout">
        <pc:chgData name="Duda Lucena" userId="9de1b0bd5bed9c06" providerId="LiveId" clId="{9BEFC28E-969E-49C4-88FB-1E94BB07D854}" dt="2025-10-30T15:52:08.470" v="466" actId="20577"/>
        <pc:sldMkLst>
          <pc:docMk/>
          <pc:sldMk cId="2544194372" sldId="260"/>
        </pc:sldMkLst>
        <pc:spChg chg="del mod">
          <ac:chgData name="Duda Lucena" userId="9de1b0bd5bed9c06" providerId="LiveId" clId="{9BEFC28E-969E-49C4-88FB-1E94BB07D854}" dt="2025-10-30T15:07:45.388" v="140" actId="478"/>
          <ac:spMkLst>
            <pc:docMk/>
            <pc:sldMk cId="2544194372" sldId="260"/>
            <ac:spMk id="2" creationId="{A584AD84-C68C-68B6-E7C1-1D0E2FA735DD}"/>
          </ac:spMkLst>
        </pc:spChg>
        <pc:spChg chg="mod">
          <ac:chgData name="Duda Lucena" userId="9de1b0bd5bed9c06" providerId="LiveId" clId="{9BEFC28E-969E-49C4-88FB-1E94BB07D854}" dt="2025-10-30T15:49:23.495" v="367" actId="255"/>
          <ac:spMkLst>
            <pc:docMk/>
            <pc:sldMk cId="2544194372" sldId="260"/>
            <ac:spMk id="4" creationId="{6D4C09D9-51BE-953B-669D-23F72BD2F12D}"/>
          </ac:spMkLst>
        </pc:spChg>
        <pc:spChg chg="mod">
          <ac:chgData name="Duda Lucena" userId="9de1b0bd5bed9c06" providerId="LiveId" clId="{9BEFC28E-969E-49C4-88FB-1E94BB07D854}" dt="2025-10-30T15:51:03.388" v="420" actId="255"/>
          <ac:spMkLst>
            <pc:docMk/>
            <pc:sldMk cId="2544194372" sldId="260"/>
            <ac:spMk id="7" creationId="{C1758913-C53F-99C8-A545-3D8DE7E0ED34}"/>
          </ac:spMkLst>
        </pc:spChg>
        <pc:spChg chg="mod">
          <ac:chgData name="Duda Lucena" userId="9de1b0bd5bed9c06" providerId="LiveId" clId="{9BEFC28E-969E-49C4-88FB-1E94BB07D854}" dt="2025-10-30T15:52:08.470" v="466" actId="20577"/>
          <ac:spMkLst>
            <pc:docMk/>
            <pc:sldMk cId="2544194372" sldId="260"/>
            <ac:spMk id="8" creationId="{AE19C662-D68A-6035-2E4C-978100FAE83F}"/>
          </ac:spMkLst>
        </pc:spChg>
        <pc:spChg chg="add del mod">
          <ac:chgData name="Duda Lucena" userId="9de1b0bd5bed9c06" providerId="LiveId" clId="{9BEFC28E-969E-49C4-88FB-1E94BB07D854}" dt="2025-10-30T15:08:21.632" v="143" actId="700"/>
          <ac:spMkLst>
            <pc:docMk/>
            <pc:sldMk cId="2544194372" sldId="260"/>
            <ac:spMk id="9" creationId="{A85BB105-497C-13EB-2534-DCAAB7B491E7}"/>
          </ac:spMkLst>
        </pc:spChg>
        <pc:spChg chg="add del">
          <ac:chgData name="Duda Lucena" userId="9de1b0bd5bed9c06" providerId="LiveId" clId="{9BEFC28E-969E-49C4-88FB-1E94BB07D854}" dt="2025-10-30T15:36:44.950" v="310" actId="478"/>
          <ac:spMkLst>
            <pc:docMk/>
            <pc:sldMk cId="2544194372" sldId="260"/>
            <ac:spMk id="16" creationId="{AC4E81BF-53AB-0C12-8ADE-6B59DAF4CA44}"/>
          </ac:spMkLst>
        </pc:spChg>
        <pc:spChg chg="mod">
          <ac:chgData name="Duda Lucena" userId="9de1b0bd5bed9c06" providerId="LiveId" clId="{9BEFC28E-969E-49C4-88FB-1E94BB07D854}" dt="2025-10-30T15:14:12.618" v="240" actId="2710"/>
          <ac:spMkLst>
            <pc:docMk/>
            <pc:sldMk cId="2544194372" sldId="260"/>
            <ac:spMk id="4100" creationId="{00000000-0000-0000-0000-000000000000}"/>
          </ac:spMkLst>
        </pc:spChg>
        <pc:spChg chg="mod">
          <ac:chgData name="Duda Lucena" userId="9de1b0bd5bed9c06" providerId="LiveId" clId="{9BEFC28E-969E-49C4-88FB-1E94BB07D854}" dt="2025-10-30T15:48:14.665" v="332" actId="20577"/>
          <ac:spMkLst>
            <pc:docMk/>
            <pc:sldMk cId="2544194372" sldId="260"/>
            <ac:spMk id="4102" creationId="{00000000-0000-0000-0000-000000000000}"/>
          </ac:spMkLst>
        </pc:spChg>
        <pc:spChg chg="del mod">
          <ac:chgData name="Duda Lucena" userId="9de1b0bd5bed9c06" providerId="LiveId" clId="{9BEFC28E-969E-49C4-88FB-1E94BB07D854}" dt="2025-10-30T15:07:55.209" v="142" actId="478"/>
          <ac:spMkLst>
            <pc:docMk/>
            <pc:sldMk cId="2544194372" sldId="260"/>
            <ac:spMk id="4108" creationId="{00000000-0000-0000-0000-000000000000}"/>
          </ac:spMkLst>
        </pc:spChg>
        <pc:spChg chg="mod">
          <ac:chgData name="Duda Lucena" userId="9de1b0bd5bed9c06" providerId="LiveId" clId="{9BEFC28E-969E-49C4-88FB-1E94BB07D854}" dt="2025-10-30T14:53:37.419" v="1" actId="20577"/>
          <ac:spMkLst>
            <pc:docMk/>
            <pc:sldMk cId="2544194372" sldId="260"/>
            <ac:spMk id="4109" creationId="{00000000-0000-0000-0000-000000000000}"/>
          </ac:spMkLst>
        </pc:spChg>
        <pc:picChg chg="del mod">
          <ac:chgData name="Duda Lucena" userId="9de1b0bd5bed9c06" providerId="LiveId" clId="{9BEFC28E-969E-49C4-88FB-1E94BB07D854}" dt="2025-10-30T14:55:43.910" v="43" actId="478"/>
          <ac:picMkLst>
            <pc:docMk/>
            <pc:sldMk cId="2544194372" sldId="260"/>
            <ac:picMk id="6" creationId="{F65B9183-D015-4EDA-BC8C-5077C4505C15}"/>
          </ac:picMkLst>
        </pc:picChg>
        <pc:picChg chg="del">
          <ac:chgData name="Duda Lucena" userId="9de1b0bd5bed9c06" providerId="LiveId" clId="{9BEFC28E-969E-49C4-88FB-1E94BB07D854}" dt="2025-10-30T15:14:44.197" v="247" actId="478"/>
          <ac:picMkLst>
            <pc:docMk/>
            <pc:sldMk cId="2544194372" sldId="260"/>
            <ac:picMk id="11" creationId="{C36539B3-03B4-9E15-C22B-94F5A2E54A48}"/>
          </ac:picMkLst>
        </pc:picChg>
        <pc:picChg chg="del">
          <ac:chgData name="Duda Lucena" userId="9de1b0bd5bed9c06" providerId="LiveId" clId="{9BEFC28E-969E-49C4-88FB-1E94BB07D854}" dt="2025-10-30T15:14:34.569" v="242" actId="478"/>
          <ac:picMkLst>
            <pc:docMk/>
            <pc:sldMk cId="2544194372" sldId="260"/>
            <ac:picMk id="12" creationId="{F265727C-35EA-9DFA-0973-7707DC71EAEC}"/>
          </ac:picMkLst>
        </pc:picChg>
        <pc:picChg chg="del">
          <ac:chgData name="Duda Lucena" userId="9de1b0bd5bed9c06" providerId="LiveId" clId="{9BEFC28E-969E-49C4-88FB-1E94BB07D854}" dt="2025-10-30T15:14:32.968" v="241" actId="478"/>
          <ac:picMkLst>
            <pc:docMk/>
            <pc:sldMk cId="2544194372" sldId="260"/>
            <ac:picMk id="13" creationId="{004D8512-6DEA-0B0B-63E3-A7017472BDB0}"/>
          </ac:picMkLst>
        </pc:picChg>
        <pc:picChg chg="del">
          <ac:chgData name="Duda Lucena" userId="9de1b0bd5bed9c06" providerId="LiveId" clId="{9BEFC28E-969E-49C4-88FB-1E94BB07D854}" dt="2025-10-30T15:14:37.858" v="244" actId="478"/>
          <ac:picMkLst>
            <pc:docMk/>
            <pc:sldMk cId="2544194372" sldId="260"/>
            <ac:picMk id="14" creationId="{BE7B6F3C-F476-EDA2-311E-8DA8C3BBBA16}"/>
          </ac:picMkLst>
        </pc:picChg>
        <pc:picChg chg="del">
          <ac:chgData name="Duda Lucena" userId="9de1b0bd5bed9c06" providerId="LiveId" clId="{9BEFC28E-969E-49C4-88FB-1E94BB07D854}" dt="2025-10-30T15:14:45.983" v="248" actId="478"/>
          <ac:picMkLst>
            <pc:docMk/>
            <pc:sldMk cId="2544194372" sldId="260"/>
            <ac:picMk id="15" creationId="{31366770-2457-D40F-603F-BB4428389EC6}"/>
          </ac:picMkLst>
        </pc:picChg>
        <pc:picChg chg="del">
          <ac:chgData name="Duda Lucena" userId="9de1b0bd5bed9c06" providerId="LiveId" clId="{9BEFC28E-969E-49C4-88FB-1E94BB07D854}" dt="2025-10-30T15:14:36.327" v="243" actId="478"/>
          <ac:picMkLst>
            <pc:docMk/>
            <pc:sldMk cId="2544194372" sldId="260"/>
            <ac:picMk id="17" creationId="{BF4471B5-57EB-4844-928D-DCF9ED7AF6F5}"/>
          </ac:picMkLst>
        </pc:picChg>
        <pc:picChg chg="del">
          <ac:chgData name="Duda Lucena" userId="9de1b0bd5bed9c06" providerId="LiveId" clId="{9BEFC28E-969E-49C4-88FB-1E94BB07D854}" dt="2025-10-30T15:14:39.352" v="245" actId="478"/>
          <ac:picMkLst>
            <pc:docMk/>
            <pc:sldMk cId="2544194372" sldId="260"/>
            <ac:picMk id="18" creationId="{6D783549-32E2-3701-9536-85EC637BA269}"/>
          </ac:picMkLst>
        </pc:picChg>
        <pc:picChg chg="del">
          <ac:chgData name="Duda Lucena" userId="9de1b0bd5bed9c06" providerId="LiveId" clId="{9BEFC28E-969E-49C4-88FB-1E94BB07D854}" dt="2025-10-30T15:14:40.703" v="246" actId="478"/>
          <ac:picMkLst>
            <pc:docMk/>
            <pc:sldMk cId="2544194372" sldId="260"/>
            <ac:picMk id="19" creationId="{1652BFF4-CD39-4D8B-CDB6-2EEBEA3ABE34}"/>
          </ac:picMkLst>
        </pc:picChg>
        <pc:picChg chg="del">
          <ac:chgData name="Duda Lucena" userId="9de1b0bd5bed9c06" providerId="LiveId" clId="{9BEFC28E-969E-49C4-88FB-1E94BB07D854}" dt="2025-10-30T15:14:52.443" v="250" actId="478"/>
          <ac:picMkLst>
            <pc:docMk/>
            <pc:sldMk cId="2544194372" sldId="260"/>
            <ac:picMk id="21" creationId="{F1356FB8-9ED6-A85E-476B-90F186519F55}"/>
          </ac:picMkLst>
        </pc:picChg>
        <pc:picChg chg="del">
          <ac:chgData name="Duda Lucena" userId="9de1b0bd5bed9c06" providerId="LiveId" clId="{9BEFC28E-969E-49C4-88FB-1E94BB07D854}" dt="2025-10-30T15:36:51.700" v="312" actId="478"/>
          <ac:picMkLst>
            <pc:docMk/>
            <pc:sldMk cId="2544194372" sldId="260"/>
            <ac:picMk id="49" creationId="{8E417FFA-3A80-0922-B813-237FD58D7D31}"/>
          </ac:picMkLst>
        </pc:picChg>
        <pc:picChg chg="del">
          <ac:chgData name="Duda Lucena" userId="9de1b0bd5bed9c06" providerId="LiveId" clId="{9BEFC28E-969E-49C4-88FB-1E94BB07D854}" dt="2025-10-30T15:36:50.189" v="311" actId="478"/>
          <ac:picMkLst>
            <pc:docMk/>
            <pc:sldMk cId="2544194372" sldId="260"/>
            <ac:picMk id="51" creationId="{B738E67A-B274-5DF8-B9F3-9D3786D351B5}"/>
          </ac:picMkLst>
        </pc:picChg>
        <pc:picChg chg="del">
          <ac:chgData name="Duda Lucena" userId="9de1b0bd5bed9c06" providerId="LiveId" clId="{9BEFC28E-969E-49C4-88FB-1E94BB07D854}" dt="2025-10-30T15:36:56.466" v="315" actId="478"/>
          <ac:picMkLst>
            <pc:docMk/>
            <pc:sldMk cId="2544194372" sldId="260"/>
            <ac:picMk id="53" creationId="{8E652B56-3614-D555-14EB-CF7818249A83}"/>
          </ac:picMkLst>
        </pc:picChg>
        <pc:picChg chg="del">
          <ac:chgData name="Duda Lucena" userId="9de1b0bd5bed9c06" providerId="LiveId" clId="{9BEFC28E-969E-49C4-88FB-1E94BB07D854}" dt="2025-10-30T15:36:54.747" v="314" actId="478"/>
          <ac:picMkLst>
            <pc:docMk/>
            <pc:sldMk cId="2544194372" sldId="260"/>
            <ac:picMk id="55" creationId="{E959B3AA-39C3-5770-B50E-8051B104CAD7}"/>
          </ac:picMkLst>
        </pc:picChg>
        <pc:picChg chg="del">
          <ac:chgData name="Duda Lucena" userId="9de1b0bd5bed9c06" providerId="LiveId" clId="{9BEFC28E-969E-49C4-88FB-1E94BB07D854}" dt="2025-10-30T15:36:58.057" v="316" actId="478"/>
          <ac:picMkLst>
            <pc:docMk/>
            <pc:sldMk cId="2544194372" sldId="260"/>
            <ac:picMk id="57" creationId="{0466FA70-F8D4-3A38-017F-54D92B813AC6}"/>
          </ac:picMkLst>
        </pc:picChg>
        <pc:picChg chg="del">
          <ac:chgData name="Duda Lucena" userId="9de1b0bd5bed9c06" providerId="LiveId" clId="{9BEFC28E-969E-49C4-88FB-1E94BB07D854}" dt="2025-10-30T15:36:53.241" v="313" actId="478"/>
          <ac:picMkLst>
            <pc:docMk/>
            <pc:sldMk cId="2544194372" sldId="260"/>
            <ac:picMk id="59" creationId="{B9591974-087D-8CB2-9488-DC83918AB8EE}"/>
          </ac:picMkLst>
        </pc:picChg>
        <pc:picChg chg="add mod">
          <ac:chgData name="Duda Lucena" userId="9de1b0bd5bed9c06" providerId="LiveId" clId="{9BEFC28E-969E-49C4-88FB-1E94BB07D854}" dt="2025-10-30T15:25:45.657" v="303" actId="1076"/>
          <ac:picMkLst>
            <pc:docMk/>
            <pc:sldMk cId="2544194372" sldId="260"/>
            <ac:picMk id="1026" creationId="{43F16608-98DA-0A1C-8652-797AEA13A7C6}"/>
          </ac:picMkLst>
        </pc:picChg>
        <pc:picChg chg="add mod">
          <ac:chgData name="Duda Lucena" userId="9de1b0bd5bed9c06" providerId="LiveId" clId="{9BEFC28E-969E-49C4-88FB-1E94BB07D854}" dt="2025-10-30T15:25:45.657" v="303" actId="1076"/>
          <ac:picMkLst>
            <pc:docMk/>
            <pc:sldMk cId="2544194372" sldId="260"/>
            <ac:picMk id="1028" creationId="{130918FE-EE43-4711-ADD3-CD1ACEAADEB3}"/>
          </ac:picMkLst>
        </pc:picChg>
        <pc:picChg chg="add mod">
          <ac:chgData name="Duda Lucena" userId="9de1b0bd5bed9c06" providerId="LiveId" clId="{9BEFC28E-969E-49C4-88FB-1E94BB07D854}" dt="2025-10-30T15:25:45.657" v="303" actId="1076"/>
          <ac:picMkLst>
            <pc:docMk/>
            <pc:sldMk cId="2544194372" sldId="260"/>
            <ac:picMk id="1030" creationId="{82194BF0-99DA-6E31-771A-D88B2801D0CB}"/>
          </ac:picMkLst>
        </pc:picChg>
        <pc:picChg chg="add mod">
          <ac:chgData name="Duda Lucena" userId="9de1b0bd5bed9c06" providerId="LiveId" clId="{9BEFC28E-969E-49C4-88FB-1E94BB07D854}" dt="2025-10-30T15:25:45.657" v="303" actId="1076"/>
          <ac:picMkLst>
            <pc:docMk/>
            <pc:sldMk cId="2544194372" sldId="260"/>
            <ac:picMk id="1032" creationId="{794841D6-74FA-2154-6FD5-F22009751C01}"/>
          </ac:picMkLst>
        </pc:picChg>
        <pc:picChg chg="add mod">
          <ac:chgData name="Duda Lucena" userId="9de1b0bd5bed9c06" providerId="LiveId" clId="{9BEFC28E-969E-49C4-88FB-1E94BB07D854}" dt="2025-10-30T15:25:45.657" v="303" actId="1076"/>
          <ac:picMkLst>
            <pc:docMk/>
            <pc:sldMk cId="2544194372" sldId="260"/>
            <ac:picMk id="1034" creationId="{1974F2DC-74E9-6686-6BD6-6C71DD6F32BB}"/>
          </ac:picMkLst>
        </pc:picChg>
        <pc:picChg chg="add mod">
          <ac:chgData name="Duda Lucena" userId="9de1b0bd5bed9c06" providerId="LiveId" clId="{9BEFC28E-969E-49C4-88FB-1E94BB07D854}" dt="2025-10-30T15:25:45.657" v="303" actId="1076"/>
          <ac:picMkLst>
            <pc:docMk/>
            <pc:sldMk cId="2544194372" sldId="260"/>
            <ac:picMk id="1036" creationId="{D5866793-025D-852C-A9E5-898E07E81DFE}"/>
          </ac:picMkLst>
        </pc:picChg>
        <pc:picChg chg="del">
          <ac:chgData name="Duda Lucena" userId="9de1b0bd5bed9c06" providerId="LiveId" clId="{9BEFC28E-969E-49C4-88FB-1E94BB07D854}" dt="2025-10-30T15:14:50.661" v="249" actId="478"/>
          <ac:picMkLst>
            <pc:docMk/>
            <pc:sldMk cId="2544194372" sldId="260"/>
            <ac:picMk id="4099" creationId="{DC769455-D84B-7CDB-9BC7-563FFA1CD8B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2137F34-5DDC-4C31-BA02-2277B1A4CE6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6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7B61E2-BDFA-4896-B4A2-5CC42FC61C0E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35EDA-CF5D-4260-93D3-A3EA22A42075}" type="slidenum">
              <a:rPr lang="pt-BR">
                <a:latin typeface="Calibri" pitchFamily="34" charset="0"/>
                <a:ea typeface="ＭＳ Ｐゴシック" pitchFamily="34" charset="-128"/>
              </a:rPr>
              <a:pPr/>
              <a:t>1</a:t>
            </a:fld>
            <a:endParaRPr lang="pt-BR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5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880" y="13420305"/>
            <a:ext cx="24478668" cy="925939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19642" y="24480786"/>
            <a:ext cx="20161144" cy="11039316"/>
          </a:xfrm>
        </p:spPr>
        <p:txBody>
          <a:bodyPr/>
          <a:lstStyle>
            <a:lvl1pPr marL="0" indent="0" algn="ctr">
              <a:buNone/>
              <a:defRPr/>
            </a:lvl1pPr>
            <a:lvl2pPr marL="609539" indent="0" algn="ctr">
              <a:buNone/>
              <a:defRPr/>
            </a:lvl2pPr>
            <a:lvl3pPr marL="1219078" indent="0" algn="ctr">
              <a:buNone/>
              <a:defRPr/>
            </a:lvl3pPr>
            <a:lvl4pPr marL="1828617" indent="0" algn="ctr">
              <a:buNone/>
              <a:defRPr/>
            </a:lvl4pPr>
            <a:lvl5pPr marL="2438156" indent="0" algn="ctr">
              <a:buNone/>
              <a:defRPr/>
            </a:lvl5pPr>
            <a:lvl6pPr marL="3047695" indent="0" algn="ctr">
              <a:buNone/>
              <a:defRPr/>
            </a:lvl6pPr>
            <a:lvl7pPr marL="3657234" indent="0" algn="ctr">
              <a:buNone/>
              <a:defRPr/>
            </a:lvl7pPr>
            <a:lvl8pPr marL="4266773" indent="0" algn="ctr">
              <a:buNone/>
              <a:defRPr/>
            </a:lvl8pPr>
            <a:lvl9pPr marL="4876312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650F0-8AAD-48EF-B3D3-2345F45EF8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96D8B-5E5D-4756-AFBB-3EBE1D3ED4D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166" y="27761258"/>
            <a:ext cx="24480784" cy="8580021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166" y="18309267"/>
            <a:ext cx="24480784" cy="9451991"/>
          </a:xfrm>
        </p:spPr>
        <p:txBody>
          <a:bodyPr anchor="b"/>
          <a:lstStyle>
            <a:lvl1pPr marL="0" indent="0">
              <a:buNone/>
              <a:defRPr sz="2666"/>
            </a:lvl1pPr>
            <a:lvl2pPr marL="609539" indent="0">
              <a:buNone/>
              <a:defRPr sz="2400"/>
            </a:lvl2pPr>
            <a:lvl3pPr marL="1219078" indent="0">
              <a:buNone/>
              <a:defRPr sz="2133"/>
            </a:lvl3pPr>
            <a:lvl4pPr marL="1828617" indent="0">
              <a:buNone/>
              <a:defRPr sz="1866"/>
            </a:lvl4pPr>
            <a:lvl5pPr marL="2438156" indent="0">
              <a:buNone/>
              <a:defRPr sz="1866"/>
            </a:lvl5pPr>
            <a:lvl6pPr marL="3047695" indent="0">
              <a:buNone/>
              <a:defRPr sz="1866"/>
            </a:lvl6pPr>
            <a:lvl7pPr marL="3657234" indent="0">
              <a:buNone/>
              <a:defRPr sz="1866"/>
            </a:lvl7pPr>
            <a:lvl8pPr marL="4266773" indent="0">
              <a:buNone/>
              <a:defRPr sz="1866"/>
            </a:lvl8pPr>
            <a:lvl9pPr marL="4876312" indent="0">
              <a:buNone/>
              <a:defRPr sz="1866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77B64-938F-41A7-B468-783CF163B3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9175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501801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3C380-F25C-4E70-B099-B699EC5ADAC9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175" y="9669985"/>
            <a:ext cx="12726114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175" y="13699675"/>
            <a:ext cx="12726114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0904" y="9669985"/>
            <a:ext cx="12730346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0904" y="13699675"/>
            <a:ext cx="12730346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1D1C0-6B5C-4B42-9BF5-9656ED25A1D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3E92E-70CD-434A-A365-47B3624C9D13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BB076-EF90-42B2-B80B-DD7B17B5D86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175" y="1720661"/>
            <a:ext cx="9475273" cy="7318627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59425" y="1720662"/>
            <a:ext cx="16101825" cy="36870385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175" y="9039287"/>
            <a:ext cx="9475273" cy="29551759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A4729-5D1D-4D38-A25F-21509599703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4529" y="30239601"/>
            <a:ext cx="17280678" cy="3570424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4529" y="3860375"/>
            <a:ext cx="17280678" cy="25919960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4529" y="33810024"/>
            <a:ext cx="17280678" cy="5070974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DF24-3BB9-4DC6-A067-2A7C35CBC9D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3DDCC-A5AA-4FD1-B372-9424E989D2BC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0732" y="1729128"/>
            <a:ext cx="6480519" cy="36861919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175" y="1729128"/>
            <a:ext cx="19238379" cy="36861919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3422-2CED-4084-A0A2-878BA7696C0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9175" y="1729128"/>
            <a:ext cx="25922076" cy="720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175" y="10080573"/>
            <a:ext cx="25922076" cy="28510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9175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39300" y="39340264"/>
            <a:ext cx="9121828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39458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266"/>
            </a:lvl1pPr>
          </a:lstStyle>
          <a:p>
            <a:fld id="{9D20D27F-DE98-4825-9B81-BD19507AA243}" type="slidenum">
              <a:rPr lang="pt-BR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+mj-lt"/>
          <a:ea typeface="+mj-ea"/>
          <a:cs typeface="+mj-cs"/>
        </a:defRPr>
      </a:lvl1pPr>
      <a:lvl2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2pPr>
      <a:lvl3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3pPr>
      <a:lvl4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4pPr>
      <a:lvl5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5pPr>
      <a:lvl6pPr marL="609539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6pPr>
      <a:lvl7pPr marL="1219078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7pPr>
      <a:lvl8pPr marL="1828617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8pPr>
      <a:lvl9pPr marL="2438156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9pPr>
    </p:titleStyle>
    <p:bodyStyle>
      <a:lvl1pPr marL="1542896" indent="-1542896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4399">
          <a:solidFill>
            <a:schemeClr val="tx1"/>
          </a:solidFill>
          <a:latin typeface="+mn-lt"/>
          <a:ea typeface="+mn-ea"/>
          <a:cs typeface="+mn-cs"/>
        </a:defRPr>
      </a:lvl1pPr>
      <a:lvl2pPr marL="3343999" indent="-1286805" algn="l" defTabSz="4114389" rtl="0" eaLnBrk="0" fontAlgn="base" hangingPunct="0">
        <a:spcBef>
          <a:spcPct val="20000"/>
        </a:spcBef>
        <a:spcAft>
          <a:spcPct val="0"/>
        </a:spcAft>
        <a:buChar char="–"/>
        <a:defRPr sz="12665">
          <a:solidFill>
            <a:schemeClr val="tx1"/>
          </a:solidFill>
          <a:latin typeface="+mn-lt"/>
        </a:defRPr>
      </a:lvl2pPr>
      <a:lvl3pPr marL="5142986" indent="-1028597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0799">
          <a:solidFill>
            <a:schemeClr val="tx1"/>
          </a:solidFill>
          <a:latin typeface="+mn-lt"/>
        </a:defRPr>
      </a:lvl3pPr>
      <a:lvl4pPr marL="7200180" indent="-1028597" algn="l" defTabSz="4114389" rtl="0" eaLnBrk="0" fontAlgn="base" hangingPunct="0">
        <a:spcBef>
          <a:spcPct val="20000"/>
        </a:spcBef>
        <a:spcAft>
          <a:spcPct val="0"/>
        </a:spcAft>
        <a:buChar char="–"/>
        <a:defRPr sz="9066">
          <a:solidFill>
            <a:schemeClr val="tx1"/>
          </a:solidFill>
          <a:latin typeface="+mn-lt"/>
        </a:defRPr>
      </a:lvl4pPr>
      <a:lvl5pPr marL="9257374" indent="-1028597" algn="l" defTabSz="4114389" rtl="0" eaLnBrk="0" fontAlgn="base" hangingPunct="0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5pPr>
      <a:lvl6pPr marL="9866913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6pPr>
      <a:lvl7pPr marL="10476452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7pPr>
      <a:lvl8pPr marL="11085991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8pPr>
      <a:lvl9pPr marL="11695530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-36734" y="1287176"/>
            <a:ext cx="28800425" cy="3499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pt-BR" sz="5870" b="1" dirty="0" err="1">
                <a:ea typeface="ＭＳ Ｐゴシック" pitchFamily="34" charset="-128"/>
                <a:cs typeface="Times New Roman" pitchFamily="18" charset="0"/>
              </a:rPr>
              <a:t>DashBoard</a:t>
            </a:r>
            <a:r>
              <a:rPr lang="pt-BR" sz="5870" b="1" dirty="0">
                <a:ea typeface="ＭＳ Ｐゴシック" pitchFamily="34" charset="-128"/>
                <a:cs typeface="Times New Roman" pitchFamily="18" charset="0"/>
              </a:rPr>
              <a:t> - </a:t>
            </a:r>
            <a:r>
              <a:rPr lang="pt-BR" sz="5870" b="1" dirty="0" err="1">
                <a:ea typeface="ＭＳ Ｐゴシック" pitchFamily="34" charset="-128"/>
                <a:cs typeface="Times New Roman" pitchFamily="18" charset="0"/>
              </a:rPr>
              <a:t>PicMoney</a:t>
            </a:r>
            <a:r>
              <a:rPr lang="pt-BR" sz="5870" b="1" dirty="0">
                <a:ea typeface="ＭＳ Ｐゴシック" pitchFamily="34" charset="-128"/>
                <a:cs typeface="Times New Roman" pitchFamily="18" charset="0"/>
              </a:rPr>
              <a:t> </a:t>
            </a:r>
          </a:p>
          <a:p>
            <a:pPr algn="ctr" eaLnBrk="1" hangingPunct="1">
              <a:lnSpc>
                <a:spcPct val="150000"/>
              </a:lnSpc>
            </a:pPr>
            <a:r>
              <a:rPr lang="pt-BR" sz="3733" b="1" dirty="0" err="1">
                <a:ea typeface="ＭＳ Ｐゴシック" pitchFamily="34" charset="-128"/>
                <a:cs typeface="Times New Roman" pitchFamily="18" charset="0"/>
              </a:rPr>
              <a:t>Caroliny</a:t>
            </a:r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 Bittencourt; Duda Lucena; Isadora Teixeira; Rafael Alves;</a:t>
            </a:r>
            <a:br>
              <a:rPr lang="pt-BR" sz="3733" b="1" dirty="0">
                <a:ea typeface="ＭＳ Ｐゴシック" pitchFamily="34" charset="-128"/>
                <a:cs typeface="Times New Roman" pitchFamily="18" charset="0"/>
              </a:rPr>
            </a:br>
            <a:r>
              <a:rPr lang="pt-BR" sz="2670" b="1" dirty="0">
                <a:ea typeface="ＭＳ Ｐゴシック" pitchFamily="34" charset="-128"/>
                <a:cs typeface="Times New Roman" pitchFamily="18" charset="0"/>
              </a:rPr>
              <a:t>Professores: </a:t>
            </a:r>
            <a:r>
              <a:rPr lang="pt-BR" sz="2670" b="1" dirty="0" err="1">
                <a:ea typeface="ＭＳ Ｐゴシック" pitchFamily="34" charset="-128"/>
                <a:cs typeface="Times New Roman" pitchFamily="18" charset="0"/>
              </a:rPr>
              <a:t>Rodnil</a:t>
            </a:r>
            <a:r>
              <a:rPr lang="pt-BR" sz="2670" b="1" dirty="0">
                <a:ea typeface="ＭＳ Ｐゴシック" pitchFamily="34" charset="-128"/>
                <a:cs typeface="Times New Roman" pitchFamily="18" charset="0"/>
              </a:rPr>
              <a:t> Lisboa; Mauricio Lopes; Lucy Mari; Eduardo </a:t>
            </a:r>
            <a:r>
              <a:rPr lang="pt-BR" sz="2670" b="1" dirty="0" err="1">
                <a:ea typeface="ＭＳ Ｐゴシック" pitchFamily="34" charset="-128"/>
                <a:cs typeface="Times New Roman" pitchFamily="18" charset="0"/>
              </a:rPr>
              <a:t>Savino</a:t>
            </a:r>
            <a:endParaRPr lang="pt-BR" sz="2670" b="1" dirty="0">
              <a:ea typeface="ＭＳ Ｐゴシック" pitchFamily="34" charset="-128"/>
              <a:cs typeface="Times New Roman" pitchFamily="18" charset="0"/>
            </a:endParaRPr>
          </a:p>
          <a:p>
            <a:pPr algn="ctr" eaLnBrk="1" hangingPunct="1"/>
            <a:endParaRPr lang="pt-BR" sz="3733" b="1" dirty="0"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690522" y="4992304"/>
            <a:ext cx="13284851" cy="52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Sobre a equipe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Somos uma equipe formada por quatro graduandos em Ciência da Computação, movidos pela curiosidade e pelo entusiasmo em transformar ideias em código. Nosso interesse pela área de análise de dados nasce do desejo de compreender o comportamento por trás dos números e construir soluções que unam lógica, visualização e impacto real. Acreditamos que programar é mais do que escrever linhas de código — é criar pontes entre informação e decisão, explorando cada desafio como uma oportunidade de aprender, inovar e evoluir juntos como desenvolvedores e analistas.</a:t>
            </a:r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</p:txBody>
      </p:sp>
      <p:sp>
        <p:nvSpPr>
          <p:cNvPr id="4104" name="Rectangle 13"/>
          <p:cNvSpPr>
            <a:spLocks noChangeArrowheads="1"/>
          </p:cNvSpPr>
          <p:nvPr/>
        </p:nvSpPr>
        <p:spPr bwMode="auto"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sz="8099">
              <a:latin typeface="Arial" panose="020B0604020202020204" pitchFamily="34" charset="0"/>
            </a:endParaRPr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1540883" y="288300"/>
            <a:ext cx="25809904" cy="1619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11435" tIns="205717" rIns="411435" bIns="205717" anchor="ctr"/>
          <a:lstStyle/>
          <a:p>
            <a:pPr algn="ctr" eaLnBrk="1" hangingPunct="1"/>
            <a:r>
              <a:rPr lang="pt-BR" sz="7999" b="1" dirty="0">
                <a:solidFill>
                  <a:schemeClr val="bg1"/>
                </a:solidFill>
              </a:rPr>
              <a:t>Semana de Tecnologia FECAP 2025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4C09D9-51BE-953B-669D-23F72BD2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53154" y="4992305"/>
            <a:ext cx="13284851" cy="702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Problema a ser tratado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70" dirty="0"/>
              <a:t>	  O problema central abordado neste projeto consiste na análise e tratamento de dados brutos provenientes de quatro bases distintas da plataforma PICMONEY, cada uma representando contextos e métricas específicas. O desafio foi transformar esse grande volume de informações em insights estratégicos, desenvolvendo dois dashboards interativos — um voltado ao CEO, com foco em indicadores executivos, e outro direcionado ao CFO, com ênfase em indicadores financeiros. Para isso, o grupo percorreu todas as etapas associadas aos 5 </a:t>
            </a:r>
            <a:r>
              <a:rPr lang="pt-BR" sz="2670" dirty="0" err="1"/>
              <a:t>Vs</a:t>
            </a:r>
            <a:r>
              <a:rPr lang="pt-BR" sz="2670" dirty="0"/>
              <a:t> do Big Data — Volume, Velocidade, Variedade, Veracidade e Valor —, realizando desde a inspeção, limpeza e padronização dos dados até a definição das KPIs mais relevantes** para cada perfil de usuário, garantindo clareza, consistência e utilidade analítica nas visualizações finais.</a:t>
            </a:r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666" dirty="0"/>
              <a:t>	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1758913-C53F-99C8-A545-3D8DE7E0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53" y="33543418"/>
            <a:ext cx="13318910" cy="5071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Solução proposta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670" dirty="0"/>
              <a:t> A solução proposta é um dashboard interativo </a:t>
            </a:r>
            <a:r>
              <a:rPr lang="pt-BR" sz="2670" dirty="0" err="1"/>
              <a:t>multipágina</a:t>
            </a:r>
            <a:r>
              <a:rPr lang="pt-BR" sz="2670" dirty="0"/>
              <a:t> em </a:t>
            </a:r>
            <a:r>
              <a:rPr lang="pt-BR" sz="2670" dirty="0" err="1"/>
              <a:t>Streamlit</a:t>
            </a:r>
            <a:r>
              <a:rPr lang="pt-BR" sz="2670" dirty="0"/>
              <a:t>, estruturado para atender dois perfis de sócios: CEO (indicadores executivos) e CFO (indicadores financeiros). Cada página expõe KPIs específicas, com filtros dinâmicos, </a:t>
            </a:r>
            <a:r>
              <a:rPr lang="pt-BR" sz="2670" dirty="0" err="1"/>
              <a:t>drill-down</a:t>
            </a:r>
            <a:r>
              <a:rPr lang="pt-BR" sz="2670" dirty="0"/>
              <a:t> por período, segmento e campanha, além de cards de síntese e gráficos interativos para exploração rápida e comparativa. O pipeline contempla ingestão, limpeza, padronização e modelagem das quatro bases, garantindo consistência, rastreabilidade e veracidade dos números. O dashboard permite exportação de relatórios e captura de insights acionáveis em tempo hábil, oferecendo uma visão clara e confiável para embasar decisões de cunho executivo e financeiro.</a:t>
            </a:r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19C662-D68A-6035-2E4C-978100FA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6784" y="33543418"/>
            <a:ext cx="13318910" cy="5066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Futuro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No próximo ciclo, o projeto avançará com a integração direta às APIs oficiais da PICMONEY, permitindo atualização contínua das bases e visualizações em (quase) tempo real dos principais parâmetros do negócio. Em paralelo, será incorporada camada de IA para análises preditivas, detecção de anomalias e projeções de cenário, com filtros conversacionais que personalizam as respostas ao contexto/comando do usuário, exibindo apenas o essencial para a decisão. O </a:t>
            </a:r>
            <a:r>
              <a:rPr lang="pt-BR" sz="2666" dirty="0" err="1"/>
              <a:t>roadmap</a:t>
            </a:r>
            <a:r>
              <a:rPr lang="pt-BR" sz="2666" dirty="0"/>
              <a:t> inclui pipelines de dados </a:t>
            </a:r>
            <a:r>
              <a:rPr lang="pt-BR" sz="2666" dirty="0" err="1"/>
              <a:t>versionados</a:t>
            </a:r>
            <a:r>
              <a:rPr lang="pt-BR" sz="2666" dirty="0"/>
              <a:t>, atualização incremental, exportação automatizada </a:t>
            </a:r>
            <a:r>
              <a:rPr lang="pt-BR" sz="2666"/>
              <a:t>de relatórios, </a:t>
            </a:r>
            <a:r>
              <a:rPr lang="pt-BR" sz="2666" dirty="0"/>
              <a:t>além </a:t>
            </a:r>
            <a:r>
              <a:rPr lang="pt-BR" sz="2666"/>
              <a:t>de segurança </a:t>
            </a:r>
            <a:r>
              <a:rPr lang="pt-BR" sz="2666" dirty="0"/>
              <a:t>(autenticação/ACL) e </a:t>
            </a:r>
            <a:r>
              <a:rPr lang="pt-BR" sz="2666" dirty="0" err="1"/>
              <a:t>observabilidade</a:t>
            </a:r>
            <a:r>
              <a:rPr lang="pt-BR" sz="2666" dirty="0"/>
              <a:t> para garantir confiabilidade, escalabilidade e governança do dashboard.</a:t>
            </a:r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22108886-71AE-7425-406A-CC03C41D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431" y="10343748"/>
            <a:ext cx="12868819" cy="156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678349" eaLnBrk="1" hangingPunct="1"/>
            <a:r>
              <a:rPr lang="pt-BR" sz="5866" b="1" dirty="0">
                <a:ea typeface="ＭＳ Ｐゴシック" pitchFamily="34" charset="-128"/>
              </a:rPr>
              <a:t>Imagens e ferramentas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</a:p>
        </p:txBody>
      </p:sp>
      <p:pic>
        <p:nvPicPr>
          <p:cNvPr id="5" name="Imagem 4" descr="Uma imagem contendo óculos&#10;&#10;O conteúdo gerado por IA pode estar incorreto.">
            <a:extLst>
              <a:ext uri="{FF2B5EF4-FFF2-40B4-BE49-F238E27FC236}">
                <a16:creationId xmlns:a16="http://schemas.microsoft.com/office/drawing/2014/main" id="{C56C1960-665E-2EB7-EDC1-1EBC9CE6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52" y="40356014"/>
            <a:ext cx="3095947" cy="3115297"/>
          </a:xfrm>
          <a:prstGeom prst="rect">
            <a:avLst/>
          </a:prstGeom>
        </p:spPr>
      </p:pic>
      <p:pic>
        <p:nvPicPr>
          <p:cNvPr id="10" name="Imagem 9" descr="Uma imagem contendo óculos, caneca&#10;&#10;O conteúdo gerado por IA pode estar incorreto.">
            <a:extLst>
              <a:ext uri="{FF2B5EF4-FFF2-40B4-BE49-F238E27FC236}">
                <a16:creationId xmlns:a16="http://schemas.microsoft.com/office/drawing/2014/main" id="{55769E50-5B5D-08C0-E78D-9BA4C954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752" y="40382747"/>
            <a:ext cx="3095945" cy="310559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3F16608-98DA-0A1C-8652-797AEA13A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0152" y="14555758"/>
            <a:ext cx="6096000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ython (programming language) - Wikipedia">
            <a:extLst>
              <a:ext uri="{FF2B5EF4-FFF2-40B4-BE49-F238E27FC236}">
                <a16:creationId xmlns:a16="http://schemas.microsoft.com/office/drawing/2014/main" id="{130918FE-EE43-4711-ADD3-CD1ACEAAD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5902" y="17904036"/>
            <a:ext cx="3457417" cy="3457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2194BF0-99DA-6E31-771A-D88B2801D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4661" y="22449957"/>
            <a:ext cx="3878658" cy="387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94841D6-74FA-2154-6FD5-F22009751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8475" y="17264660"/>
            <a:ext cx="8919354" cy="5219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1974F2DC-74E9-6686-6BD6-6C71DD6F3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6389" y="22802003"/>
            <a:ext cx="7943527" cy="321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lotly - Wikipedia">
            <a:extLst>
              <a:ext uri="{FF2B5EF4-FFF2-40B4-BE49-F238E27FC236}">
                <a16:creationId xmlns:a16="http://schemas.microsoft.com/office/drawing/2014/main" id="{D5866793-025D-852C-A9E5-898E07E81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9985" y="26334776"/>
            <a:ext cx="10256335" cy="342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1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a2a57e-8138-4b57-956a-eb6e2c7049cc">
      <Terms xmlns="http://schemas.microsoft.com/office/infopath/2007/PartnerControls"/>
    </lcf76f155ced4ddcb4097134ff3c332f>
    <TaxCatchAll xmlns="1d2798d9-1030-4cc5-be7b-200f9e62865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364877AF745B4281652B53F43C594A" ma:contentTypeVersion="15" ma:contentTypeDescription="Crie um novo documento." ma:contentTypeScope="" ma:versionID="440a6fbbcbce65e3f8e2bed610644788">
  <xsd:schema xmlns:xsd="http://www.w3.org/2001/XMLSchema" xmlns:xs="http://www.w3.org/2001/XMLSchema" xmlns:p="http://schemas.microsoft.com/office/2006/metadata/properties" xmlns:ns2="1d2798d9-1030-4cc5-be7b-200f9e628651" xmlns:ns3="8ca2a57e-8138-4b57-956a-eb6e2c7049cc" targetNamespace="http://schemas.microsoft.com/office/2006/metadata/properties" ma:root="true" ma:fieldsID="3ff20d9b6411658b7762fa2c08d7e1af" ns2:_="" ns3:_="">
    <xsd:import namespace="1d2798d9-1030-4cc5-be7b-200f9e628651"/>
    <xsd:import namespace="8ca2a57e-8138-4b57-956a-eb6e2c7049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798d9-1030-4cc5-be7b-200f9e62865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2adbafb-c224-4d2e-8ca4-b5c3cc77204d}" ma:internalName="TaxCatchAll" ma:showField="CatchAllData" ma:web="1d2798d9-1030-4cc5-be7b-200f9e6286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2a57e-8138-4b57-956a-eb6e2c70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aeda4b81-a95b-4c43-add2-24b94db42d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580D08-C850-4D98-9BB0-6190D1509D8A}">
  <ds:schemaRefs>
    <ds:schemaRef ds:uri="http://www.w3.org/XML/1998/namespace"/>
    <ds:schemaRef ds:uri="1d2798d9-1030-4cc5-be7b-200f9e628651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8ca2a57e-8138-4b57-956a-eb6e2c7049cc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0511531-72C6-41EA-909D-35A50B089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583F25-0BD0-426F-9D18-6079E5A02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2798d9-1030-4cc5-be7b-200f9e628651"/>
    <ds:schemaRef ds:uri="8ca2a57e-8138-4b57-956a-eb6e2c7049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617</TotalTime>
  <Words>521</Words>
  <Application>Microsoft Office PowerPoint</Application>
  <PresentationFormat>Personalizar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Calibri</vt:lpstr>
      <vt:lpstr>Design padrão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lastModifiedBy>Duda Lucena</cp:lastModifiedBy>
  <cp:revision>49</cp:revision>
  <dcterms:created xsi:type="dcterms:W3CDTF">2006-11-04T15:46:42Z</dcterms:created>
  <dcterms:modified xsi:type="dcterms:W3CDTF">2025-10-30T15:52:16Z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