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64B438-DDF3-4120-A1C3-B47F42060233}" v="70" dt="2025-10-30T15:47:29.6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" d="100"/>
          <a:sy n="12" d="100"/>
        </p:scale>
        <p:origin x="2770" y="154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da Lucena" userId="9de1b0bd5bed9c06" providerId="LiveId" clId="{9BEFC28E-969E-49C4-88FB-1E94BB07D854}"/>
    <pc:docChg chg="undo custSel modSld">
      <pc:chgData name="Duda Lucena" userId="9de1b0bd5bed9c06" providerId="LiveId" clId="{9BEFC28E-969E-49C4-88FB-1E94BB07D854}" dt="2025-10-30T15:52:08.470" v="466" actId="20577"/>
      <pc:docMkLst>
        <pc:docMk/>
      </pc:docMkLst>
      <pc:sldChg chg="addSp delSp modSp mod setBg modClrScheme chgLayout">
        <pc:chgData name="Duda Lucena" userId="9de1b0bd5bed9c06" providerId="LiveId" clId="{9BEFC28E-969E-49C4-88FB-1E94BB07D854}" dt="2025-10-30T15:52:08.470" v="466" actId="20577"/>
        <pc:sldMkLst>
          <pc:docMk/>
          <pc:sldMk cId="2544194372" sldId="260"/>
        </pc:sldMkLst>
        <pc:spChg chg="del mod">
          <ac:chgData name="Duda Lucena" userId="9de1b0bd5bed9c06" providerId="LiveId" clId="{9BEFC28E-969E-49C4-88FB-1E94BB07D854}" dt="2025-10-30T15:07:45.388" v="140" actId="478"/>
          <ac:spMkLst>
            <pc:docMk/>
            <pc:sldMk cId="2544194372" sldId="260"/>
            <ac:spMk id="2" creationId="{A584AD84-C68C-68B6-E7C1-1D0E2FA735DD}"/>
          </ac:spMkLst>
        </pc:spChg>
        <pc:spChg chg="mod">
          <ac:chgData name="Duda Lucena" userId="9de1b0bd5bed9c06" providerId="LiveId" clId="{9BEFC28E-969E-49C4-88FB-1E94BB07D854}" dt="2025-10-30T15:49:23.495" v="367" actId="255"/>
          <ac:spMkLst>
            <pc:docMk/>
            <pc:sldMk cId="2544194372" sldId="260"/>
            <ac:spMk id="4" creationId="{6D4C09D9-51BE-953B-669D-23F72BD2F12D}"/>
          </ac:spMkLst>
        </pc:spChg>
        <pc:spChg chg="mod">
          <ac:chgData name="Duda Lucena" userId="9de1b0bd5bed9c06" providerId="LiveId" clId="{9BEFC28E-969E-49C4-88FB-1E94BB07D854}" dt="2025-10-30T15:51:03.388" v="420" actId="255"/>
          <ac:spMkLst>
            <pc:docMk/>
            <pc:sldMk cId="2544194372" sldId="260"/>
            <ac:spMk id="7" creationId="{C1758913-C53F-99C8-A545-3D8DE7E0ED34}"/>
          </ac:spMkLst>
        </pc:spChg>
        <pc:spChg chg="mod">
          <ac:chgData name="Duda Lucena" userId="9de1b0bd5bed9c06" providerId="LiveId" clId="{9BEFC28E-969E-49C4-88FB-1E94BB07D854}" dt="2025-10-30T15:52:08.470" v="466" actId="20577"/>
          <ac:spMkLst>
            <pc:docMk/>
            <pc:sldMk cId="2544194372" sldId="260"/>
            <ac:spMk id="8" creationId="{AE19C662-D68A-6035-2E4C-978100FAE83F}"/>
          </ac:spMkLst>
        </pc:spChg>
        <pc:spChg chg="add del mod">
          <ac:chgData name="Duda Lucena" userId="9de1b0bd5bed9c06" providerId="LiveId" clId="{9BEFC28E-969E-49C4-88FB-1E94BB07D854}" dt="2025-10-30T15:08:21.632" v="143" actId="700"/>
          <ac:spMkLst>
            <pc:docMk/>
            <pc:sldMk cId="2544194372" sldId="260"/>
            <ac:spMk id="9" creationId="{A85BB105-497C-13EB-2534-DCAAB7B491E7}"/>
          </ac:spMkLst>
        </pc:spChg>
        <pc:spChg chg="add del">
          <ac:chgData name="Duda Lucena" userId="9de1b0bd5bed9c06" providerId="LiveId" clId="{9BEFC28E-969E-49C4-88FB-1E94BB07D854}" dt="2025-10-30T15:36:44.950" v="310" actId="478"/>
          <ac:spMkLst>
            <pc:docMk/>
            <pc:sldMk cId="2544194372" sldId="260"/>
            <ac:spMk id="16" creationId="{AC4E81BF-53AB-0C12-8ADE-6B59DAF4CA44}"/>
          </ac:spMkLst>
        </pc:spChg>
        <pc:spChg chg="mod">
          <ac:chgData name="Duda Lucena" userId="9de1b0bd5bed9c06" providerId="LiveId" clId="{9BEFC28E-969E-49C4-88FB-1E94BB07D854}" dt="2025-10-30T15:14:12.618" v="240" actId="2710"/>
          <ac:spMkLst>
            <pc:docMk/>
            <pc:sldMk cId="2544194372" sldId="260"/>
            <ac:spMk id="4100" creationId="{00000000-0000-0000-0000-000000000000}"/>
          </ac:spMkLst>
        </pc:spChg>
        <pc:spChg chg="mod">
          <ac:chgData name="Duda Lucena" userId="9de1b0bd5bed9c06" providerId="LiveId" clId="{9BEFC28E-969E-49C4-88FB-1E94BB07D854}" dt="2025-10-30T15:48:14.665" v="332" actId="20577"/>
          <ac:spMkLst>
            <pc:docMk/>
            <pc:sldMk cId="2544194372" sldId="260"/>
            <ac:spMk id="4102" creationId="{00000000-0000-0000-0000-000000000000}"/>
          </ac:spMkLst>
        </pc:spChg>
        <pc:spChg chg="del mod">
          <ac:chgData name="Duda Lucena" userId="9de1b0bd5bed9c06" providerId="LiveId" clId="{9BEFC28E-969E-49C4-88FB-1E94BB07D854}" dt="2025-10-30T15:07:55.209" v="142" actId="478"/>
          <ac:spMkLst>
            <pc:docMk/>
            <pc:sldMk cId="2544194372" sldId="260"/>
            <ac:spMk id="4108" creationId="{00000000-0000-0000-0000-000000000000}"/>
          </ac:spMkLst>
        </pc:spChg>
        <pc:spChg chg="mod">
          <ac:chgData name="Duda Lucena" userId="9de1b0bd5bed9c06" providerId="LiveId" clId="{9BEFC28E-969E-49C4-88FB-1E94BB07D854}" dt="2025-10-30T14:53:37.419" v="1" actId="20577"/>
          <ac:spMkLst>
            <pc:docMk/>
            <pc:sldMk cId="2544194372" sldId="260"/>
            <ac:spMk id="4109" creationId="{00000000-0000-0000-0000-000000000000}"/>
          </ac:spMkLst>
        </pc:spChg>
        <pc:picChg chg="del mod">
          <ac:chgData name="Duda Lucena" userId="9de1b0bd5bed9c06" providerId="LiveId" clId="{9BEFC28E-969E-49C4-88FB-1E94BB07D854}" dt="2025-10-30T14:55:43.910" v="43" actId="478"/>
          <ac:picMkLst>
            <pc:docMk/>
            <pc:sldMk cId="2544194372" sldId="260"/>
            <ac:picMk id="6" creationId="{F65B9183-D015-4EDA-BC8C-5077C4505C15}"/>
          </ac:picMkLst>
        </pc:picChg>
        <pc:picChg chg="del">
          <ac:chgData name="Duda Lucena" userId="9de1b0bd5bed9c06" providerId="LiveId" clId="{9BEFC28E-969E-49C4-88FB-1E94BB07D854}" dt="2025-10-30T15:14:44.197" v="247" actId="478"/>
          <ac:picMkLst>
            <pc:docMk/>
            <pc:sldMk cId="2544194372" sldId="260"/>
            <ac:picMk id="11" creationId="{C36539B3-03B4-9E15-C22B-94F5A2E54A48}"/>
          </ac:picMkLst>
        </pc:picChg>
        <pc:picChg chg="del">
          <ac:chgData name="Duda Lucena" userId="9de1b0bd5bed9c06" providerId="LiveId" clId="{9BEFC28E-969E-49C4-88FB-1E94BB07D854}" dt="2025-10-30T15:14:34.569" v="242" actId="478"/>
          <ac:picMkLst>
            <pc:docMk/>
            <pc:sldMk cId="2544194372" sldId="260"/>
            <ac:picMk id="12" creationId="{F265727C-35EA-9DFA-0973-7707DC71EAEC}"/>
          </ac:picMkLst>
        </pc:picChg>
        <pc:picChg chg="del">
          <ac:chgData name="Duda Lucena" userId="9de1b0bd5bed9c06" providerId="LiveId" clId="{9BEFC28E-969E-49C4-88FB-1E94BB07D854}" dt="2025-10-30T15:14:32.968" v="241" actId="478"/>
          <ac:picMkLst>
            <pc:docMk/>
            <pc:sldMk cId="2544194372" sldId="260"/>
            <ac:picMk id="13" creationId="{004D8512-6DEA-0B0B-63E3-A7017472BDB0}"/>
          </ac:picMkLst>
        </pc:picChg>
        <pc:picChg chg="del">
          <ac:chgData name="Duda Lucena" userId="9de1b0bd5bed9c06" providerId="LiveId" clId="{9BEFC28E-969E-49C4-88FB-1E94BB07D854}" dt="2025-10-30T15:14:37.858" v="244" actId="478"/>
          <ac:picMkLst>
            <pc:docMk/>
            <pc:sldMk cId="2544194372" sldId="260"/>
            <ac:picMk id="14" creationId="{BE7B6F3C-F476-EDA2-311E-8DA8C3BBBA16}"/>
          </ac:picMkLst>
        </pc:picChg>
        <pc:picChg chg="del">
          <ac:chgData name="Duda Lucena" userId="9de1b0bd5bed9c06" providerId="LiveId" clId="{9BEFC28E-969E-49C4-88FB-1E94BB07D854}" dt="2025-10-30T15:14:45.983" v="248" actId="478"/>
          <ac:picMkLst>
            <pc:docMk/>
            <pc:sldMk cId="2544194372" sldId="260"/>
            <ac:picMk id="15" creationId="{31366770-2457-D40F-603F-BB4428389EC6}"/>
          </ac:picMkLst>
        </pc:picChg>
        <pc:picChg chg="del">
          <ac:chgData name="Duda Lucena" userId="9de1b0bd5bed9c06" providerId="LiveId" clId="{9BEFC28E-969E-49C4-88FB-1E94BB07D854}" dt="2025-10-30T15:14:36.327" v="243" actId="478"/>
          <ac:picMkLst>
            <pc:docMk/>
            <pc:sldMk cId="2544194372" sldId="260"/>
            <ac:picMk id="17" creationId="{BF4471B5-57EB-4844-928D-DCF9ED7AF6F5}"/>
          </ac:picMkLst>
        </pc:picChg>
        <pc:picChg chg="del">
          <ac:chgData name="Duda Lucena" userId="9de1b0bd5bed9c06" providerId="LiveId" clId="{9BEFC28E-969E-49C4-88FB-1E94BB07D854}" dt="2025-10-30T15:14:39.352" v="245" actId="478"/>
          <ac:picMkLst>
            <pc:docMk/>
            <pc:sldMk cId="2544194372" sldId="260"/>
            <ac:picMk id="18" creationId="{6D783549-32E2-3701-9536-85EC637BA269}"/>
          </ac:picMkLst>
        </pc:picChg>
        <pc:picChg chg="del">
          <ac:chgData name="Duda Lucena" userId="9de1b0bd5bed9c06" providerId="LiveId" clId="{9BEFC28E-969E-49C4-88FB-1E94BB07D854}" dt="2025-10-30T15:14:40.703" v="246" actId="478"/>
          <ac:picMkLst>
            <pc:docMk/>
            <pc:sldMk cId="2544194372" sldId="260"/>
            <ac:picMk id="19" creationId="{1652BFF4-CD39-4D8B-CDB6-2EEBEA3ABE34}"/>
          </ac:picMkLst>
        </pc:picChg>
        <pc:picChg chg="del">
          <ac:chgData name="Duda Lucena" userId="9de1b0bd5bed9c06" providerId="LiveId" clId="{9BEFC28E-969E-49C4-88FB-1E94BB07D854}" dt="2025-10-30T15:14:52.443" v="250" actId="478"/>
          <ac:picMkLst>
            <pc:docMk/>
            <pc:sldMk cId="2544194372" sldId="260"/>
            <ac:picMk id="21" creationId="{F1356FB8-9ED6-A85E-476B-90F186519F55}"/>
          </ac:picMkLst>
        </pc:picChg>
        <pc:picChg chg="del">
          <ac:chgData name="Duda Lucena" userId="9de1b0bd5bed9c06" providerId="LiveId" clId="{9BEFC28E-969E-49C4-88FB-1E94BB07D854}" dt="2025-10-30T15:36:51.700" v="312" actId="478"/>
          <ac:picMkLst>
            <pc:docMk/>
            <pc:sldMk cId="2544194372" sldId="260"/>
            <ac:picMk id="49" creationId="{8E417FFA-3A80-0922-B813-237FD58D7D31}"/>
          </ac:picMkLst>
        </pc:picChg>
        <pc:picChg chg="del">
          <ac:chgData name="Duda Lucena" userId="9de1b0bd5bed9c06" providerId="LiveId" clId="{9BEFC28E-969E-49C4-88FB-1E94BB07D854}" dt="2025-10-30T15:36:50.189" v="311" actId="478"/>
          <ac:picMkLst>
            <pc:docMk/>
            <pc:sldMk cId="2544194372" sldId="260"/>
            <ac:picMk id="51" creationId="{B738E67A-B274-5DF8-B9F3-9D3786D351B5}"/>
          </ac:picMkLst>
        </pc:picChg>
        <pc:picChg chg="del">
          <ac:chgData name="Duda Lucena" userId="9de1b0bd5bed9c06" providerId="LiveId" clId="{9BEFC28E-969E-49C4-88FB-1E94BB07D854}" dt="2025-10-30T15:36:56.466" v="315" actId="478"/>
          <ac:picMkLst>
            <pc:docMk/>
            <pc:sldMk cId="2544194372" sldId="260"/>
            <ac:picMk id="53" creationId="{8E652B56-3614-D555-14EB-CF7818249A83}"/>
          </ac:picMkLst>
        </pc:picChg>
        <pc:picChg chg="del">
          <ac:chgData name="Duda Lucena" userId="9de1b0bd5bed9c06" providerId="LiveId" clId="{9BEFC28E-969E-49C4-88FB-1E94BB07D854}" dt="2025-10-30T15:36:54.747" v="314" actId="478"/>
          <ac:picMkLst>
            <pc:docMk/>
            <pc:sldMk cId="2544194372" sldId="260"/>
            <ac:picMk id="55" creationId="{E959B3AA-39C3-5770-B50E-8051B104CAD7}"/>
          </ac:picMkLst>
        </pc:picChg>
        <pc:picChg chg="del">
          <ac:chgData name="Duda Lucena" userId="9de1b0bd5bed9c06" providerId="LiveId" clId="{9BEFC28E-969E-49C4-88FB-1E94BB07D854}" dt="2025-10-30T15:36:58.057" v="316" actId="478"/>
          <ac:picMkLst>
            <pc:docMk/>
            <pc:sldMk cId="2544194372" sldId="260"/>
            <ac:picMk id="57" creationId="{0466FA70-F8D4-3A38-017F-54D92B813AC6}"/>
          </ac:picMkLst>
        </pc:picChg>
        <pc:picChg chg="del">
          <ac:chgData name="Duda Lucena" userId="9de1b0bd5bed9c06" providerId="LiveId" clId="{9BEFC28E-969E-49C4-88FB-1E94BB07D854}" dt="2025-10-30T15:36:53.241" v="313" actId="478"/>
          <ac:picMkLst>
            <pc:docMk/>
            <pc:sldMk cId="2544194372" sldId="260"/>
            <ac:picMk id="59" creationId="{B9591974-087D-8CB2-9488-DC83918AB8EE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26" creationId="{43F16608-98DA-0A1C-8652-797AEA13A7C6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28" creationId="{130918FE-EE43-4711-ADD3-CD1ACEAADEB3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30" creationId="{82194BF0-99DA-6E31-771A-D88B2801D0CB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32" creationId="{794841D6-74FA-2154-6FD5-F22009751C01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34" creationId="{1974F2DC-74E9-6686-6BD6-6C71DD6F32BB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36" creationId="{D5866793-025D-852C-A9E5-898E07E81DFE}"/>
          </ac:picMkLst>
        </pc:picChg>
        <pc:picChg chg="del">
          <ac:chgData name="Duda Lucena" userId="9de1b0bd5bed9c06" providerId="LiveId" clId="{9BEFC28E-969E-49C4-88FB-1E94BB07D854}" dt="2025-10-30T15:14:50.661" v="249" actId="478"/>
          <ac:picMkLst>
            <pc:docMk/>
            <pc:sldMk cId="2544194372" sldId="260"/>
            <ac:picMk id="4099" creationId="{DC769455-D84B-7CDB-9BC7-563FFA1CD8B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1287176"/>
            <a:ext cx="28800425" cy="3499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>
              <a:lnSpc>
                <a:spcPct val="150000"/>
              </a:lnSpc>
            </a:pPr>
            <a:r>
              <a:rPr lang="pt-BR" sz="5870" b="1" dirty="0" err="1">
                <a:ea typeface="ＭＳ Ｐゴシック" pitchFamily="34" charset="-128"/>
                <a:cs typeface="Times New Roman" pitchFamily="18" charset="0"/>
              </a:rPr>
              <a:t>DashBoard</a:t>
            </a:r>
            <a:r>
              <a:rPr lang="pt-BR" sz="5870" b="1" dirty="0">
                <a:ea typeface="ＭＳ Ｐゴシック" pitchFamily="34" charset="-128"/>
                <a:cs typeface="Times New Roman" pitchFamily="18" charset="0"/>
              </a:rPr>
              <a:t> - </a:t>
            </a:r>
            <a:r>
              <a:rPr lang="pt-BR" sz="5870" b="1" dirty="0" err="1">
                <a:ea typeface="ＭＳ Ｐゴシック" pitchFamily="34" charset="-128"/>
                <a:cs typeface="Times New Roman" pitchFamily="18" charset="0"/>
              </a:rPr>
              <a:t>PicMoney</a:t>
            </a:r>
            <a:r>
              <a:rPr lang="pt-BR" sz="5870" b="1" dirty="0">
                <a:ea typeface="ＭＳ Ｐゴシック" pitchFamily="34" charset="-128"/>
                <a:cs typeface="Times New Roman" pitchFamily="18" charset="0"/>
              </a:rPr>
              <a:t> </a:t>
            </a:r>
          </a:p>
          <a:p>
            <a:pPr algn="ctr" eaLnBrk="1" hangingPunct="1">
              <a:lnSpc>
                <a:spcPct val="150000"/>
              </a:lnSpc>
            </a:pP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Caroliny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Bittencourt; Duda Lucena; Isadora Teixeira; Rafael Alves;</a:t>
            </a:r>
            <a:br>
              <a:rPr lang="pt-BR" sz="3733" b="1" dirty="0">
                <a:ea typeface="ＭＳ Ｐゴシック" pitchFamily="34" charset="-128"/>
                <a:cs typeface="Times New Roman" pitchFamily="18" charset="0"/>
              </a:rPr>
            </a:br>
            <a:r>
              <a:rPr lang="pt-BR" sz="2670" b="1" dirty="0">
                <a:ea typeface="ＭＳ Ｐゴシック" pitchFamily="34" charset="-128"/>
                <a:cs typeface="Times New Roman" pitchFamily="18" charset="0"/>
              </a:rPr>
              <a:t>Professores: </a:t>
            </a:r>
            <a:r>
              <a:rPr lang="pt-BR" sz="2670" b="1" dirty="0" err="1">
                <a:ea typeface="ＭＳ Ｐゴシック" pitchFamily="34" charset="-128"/>
                <a:cs typeface="Times New Roman" pitchFamily="18" charset="0"/>
              </a:rPr>
              <a:t>Rodnil</a:t>
            </a:r>
            <a:r>
              <a:rPr lang="pt-BR" sz="2670" b="1" dirty="0">
                <a:ea typeface="ＭＳ Ｐゴシック" pitchFamily="34" charset="-128"/>
                <a:cs typeface="Times New Roman" pitchFamily="18" charset="0"/>
              </a:rPr>
              <a:t> Lisboa; Mauricio Lopes; Lucy Mari; Eduardo </a:t>
            </a:r>
            <a:r>
              <a:rPr lang="pt-BR" sz="2670" b="1" dirty="0" err="1">
                <a:ea typeface="ＭＳ Ｐゴシック" pitchFamily="34" charset="-128"/>
                <a:cs typeface="Times New Roman" pitchFamily="18" charset="0"/>
              </a:rPr>
              <a:t>Savino</a:t>
            </a:r>
            <a:endParaRPr lang="pt-BR" sz="2670" b="1" dirty="0">
              <a:ea typeface="ＭＳ Ｐゴシック" pitchFamily="34" charset="-128"/>
              <a:cs typeface="Times New Roman" pitchFamily="18" charset="0"/>
            </a:endParaRPr>
          </a:p>
          <a:p>
            <a:pPr algn="ctr" eaLnBrk="1" hangingPunct="1"/>
            <a:endParaRPr lang="pt-BR" sz="3733" b="1" dirty="0">
              <a:ea typeface="ＭＳ Ｐゴシック" pitchFamily="34" charset="-128"/>
              <a:cs typeface="Times New Roman" pitchFamily="18" charset="0"/>
            </a:endParaRP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52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Somos uma equipe formada por quatro graduandos em Ciência da Computação, movidos pela curiosidade e pelo entusiasmo em transformar ideias em código. Nosso interesse pela área de análise de dados nasce do desejo de compreender o comportamento por trás dos números e construir soluções que unam lógica, visualização e impacto real. Acreditamos que programar é mais do que escrever linhas de código — é criar pontes entre informação e decisão, explorando cada desafio como uma oportunidade de aprender, inovar e evoluir juntos como desenvolvedores e analistas.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7021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70" dirty="0"/>
              <a:t>	  O problema central abordado neste projeto consiste na análise e tratamento de dados brutos provenientes de quatro bases distintas da plataforma PICMONEY, cada uma representando contextos e métricas específicas. O desafio foi transformar esse grande volume de informações em insights estratégicos, desenvolvendo dois dashboards interativos — um voltado ao CEO, com foco em indicadores executivos, e outro direcionado ao CFO, com ênfase em indicadores financeiros. Para isso, o grupo percorreu todas as etapas associadas aos 5 </a:t>
            </a:r>
            <a:r>
              <a:rPr lang="pt-BR" sz="2670" dirty="0" err="1"/>
              <a:t>Vs</a:t>
            </a:r>
            <a:r>
              <a:rPr lang="pt-BR" sz="2670" dirty="0"/>
              <a:t> do Big Data — Volume, Velocidade, Variedade, Veracidade e Valor —, realizando desde a inspeção, limpeza e padronização dos dados até a definição das KPIs mais relevantes** para cada perfil de usuário, garantindo clareza, consistência e utilidade analítica nas visualizações finais.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50719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670" dirty="0"/>
              <a:t> A solução proposta é um dashboard interativo </a:t>
            </a:r>
            <a:r>
              <a:rPr lang="pt-BR" sz="2670" dirty="0" err="1"/>
              <a:t>multipágina</a:t>
            </a:r>
            <a:r>
              <a:rPr lang="pt-BR" sz="2670" dirty="0"/>
              <a:t> em </a:t>
            </a:r>
            <a:r>
              <a:rPr lang="pt-BR" sz="2670" dirty="0" err="1"/>
              <a:t>Streamlit</a:t>
            </a:r>
            <a:r>
              <a:rPr lang="pt-BR" sz="2670" dirty="0"/>
              <a:t>, estruturado para atender dois perfis de sócios: CEO (indicadores executivos) e CFO (indicadores financeiros). Cada página expõe KPIs específicas, com filtros dinâmicos, </a:t>
            </a:r>
            <a:r>
              <a:rPr lang="pt-BR" sz="2670" dirty="0" err="1"/>
              <a:t>drill-down</a:t>
            </a:r>
            <a:r>
              <a:rPr lang="pt-BR" sz="2670" dirty="0"/>
              <a:t> por período, segmento e campanha, além de cards de síntese e gráficos interativos para exploração rápida e comparativa. O pipeline contempla ingestão, limpeza, padronização e modelagem das quatro bases, garantindo consistência, rastreabilidade e veracidade dos números. O dashboard permite exportação de relatórios e captura de insights acionáveis em tempo hábil, oferecendo uma visão clara e confiável para embasar decisões de cunho executivo e financeiro.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3318910" cy="5066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No próximo ciclo, o projeto avançará com a integração direta às APIs oficiais da PICMONEY, permitindo atualização contínua das bases e visualizações em (quase) tempo real dos principais parâmetros do negócio. Em paralelo, será incorporada camada de IA para análises preditivas, detecção de anomalias e projeções de cenário, com filtros conversacionais que personalizam as respostas ao contexto/comando do usuário, exibindo apenas o essencial para a decisão. O </a:t>
            </a:r>
            <a:r>
              <a:rPr lang="pt-BR" sz="2666" dirty="0" err="1"/>
              <a:t>roadmap</a:t>
            </a:r>
            <a:r>
              <a:rPr lang="pt-BR" sz="2666" dirty="0"/>
              <a:t> inclui pipelines de dados </a:t>
            </a:r>
            <a:r>
              <a:rPr lang="pt-BR" sz="2666" dirty="0" err="1"/>
              <a:t>versionados</a:t>
            </a:r>
            <a:r>
              <a:rPr lang="pt-BR" sz="2666" dirty="0"/>
              <a:t>, atualização incremental, exportação automatizada </a:t>
            </a:r>
            <a:r>
              <a:rPr lang="pt-BR" sz="2666"/>
              <a:t>de relatórios, </a:t>
            </a:r>
            <a:r>
              <a:rPr lang="pt-BR" sz="2666" dirty="0"/>
              <a:t>além </a:t>
            </a:r>
            <a:r>
              <a:rPr lang="pt-BR" sz="2666"/>
              <a:t>de segurança </a:t>
            </a:r>
            <a:r>
              <a:rPr lang="pt-BR" sz="2666" dirty="0"/>
              <a:t>(autenticação/ACL) e </a:t>
            </a:r>
            <a:r>
              <a:rPr lang="pt-BR" sz="2666" dirty="0" err="1"/>
              <a:t>observabilidade</a:t>
            </a:r>
            <a:r>
              <a:rPr lang="pt-BR" sz="2666" dirty="0"/>
              <a:t> para garantir confiabilidade, escalabilidade e governança do dashboard.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3F16608-98DA-0A1C-8652-797AEA13A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2501" y="14555758"/>
            <a:ext cx="6096000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ython (programming language) - Wikipedia">
            <a:extLst>
              <a:ext uri="{FF2B5EF4-FFF2-40B4-BE49-F238E27FC236}">
                <a16:creationId xmlns:a16="http://schemas.microsoft.com/office/drawing/2014/main" id="{130918FE-EE43-4711-ADD3-CD1ACEAAD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48251" y="17904036"/>
            <a:ext cx="3457417" cy="3457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2194BF0-99DA-6E31-771A-D88B2801D0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7010" y="22449957"/>
            <a:ext cx="3878658" cy="3878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94841D6-74FA-2154-6FD5-F22009751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90824" y="17264660"/>
            <a:ext cx="8919354" cy="5219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974F2DC-74E9-6686-6BD6-6C71DD6F3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8738" y="22802003"/>
            <a:ext cx="7943527" cy="3214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lotly - Wikipedia">
            <a:extLst>
              <a:ext uri="{FF2B5EF4-FFF2-40B4-BE49-F238E27FC236}">
                <a16:creationId xmlns:a16="http://schemas.microsoft.com/office/drawing/2014/main" id="{D5866793-025D-852C-A9E5-898E07E81D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22334" y="26334776"/>
            <a:ext cx="10256335" cy="3421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3F261E65-9DFC-7A1A-BBAB-4372C68F448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724" y="12095263"/>
            <a:ext cx="11709063" cy="6583680"/>
          </a:xfrm>
          <a:prstGeom prst="rect">
            <a:avLst/>
          </a:prstGeom>
        </p:spPr>
      </p:pic>
      <p:pic>
        <p:nvPicPr>
          <p:cNvPr id="9" name="Imagem 8" descr="Tela de computador com fundo preto&#10;&#10;O conteúdo gerado por IA pode estar incorreto.">
            <a:extLst>
              <a:ext uri="{FF2B5EF4-FFF2-40B4-BE49-F238E27FC236}">
                <a16:creationId xmlns:a16="http://schemas.microsoft.com/office/drawing/2014/main" id="{1847BE69-D0F3-64B5-28AB-E62AFD18D8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724" y="19172575"/>
            <a:ext cx="11709063" cy="6583680"/>
          </a:xfrm>
          <a:prstGeom prst="rect">
            <a:avLst/>
          </a:prstGeom>
        </p:spPr>
      </p:pic>
      <p:pic>
        <p:nvPicPr>
          <p:cNvPr id="12" name="Imagem 1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4CED60A7-94F4-2A9A-DE07-AD17BD0CE30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13" y="26249887"/>
            <a:ext cx="11690748" cy="658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1d2798d9-1030-4cc5-be7b-200f9e628651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619</TotalTime>
  <Words>521</Words>
  <Application>Microsoft Office PowerPoint</Application>
  <PresentationFormat>Personalizar</PresentationFormat>
  <Paragraphs>17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Duda Lucena</cp:lastModifiedBy>
  <cp:revision>50</cp:revision>
  <dcterms:created xsi:type="dcterms:W3CDTF">2006-11-04T15:46:42Z</dcterms:created>
  <dcterms:modified xsi:type="dcterms:W3CDTF">2025-11-09T15:56:51Z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